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8" r:id="rId1"/>
  </p:sldMasterIdLst>
  <p:sldIdLst>
    <p:sldId id="256" r:id="rId2"/>
    <p:sldId id="267" r:id="rId3"/>
    <p:sldId id="257" r:id="rId4"/>
    <p:sldId id="259" r:id="rId5"/>
    <p:sldId id="258" r:id="rId6"/>
    <p:sldId id="260" r:id="rId7"/>
    <p:sldId id="261" r:id="rId8"/>
    <p:sldId id="262" r:id="rId9"/>
    <p:sldId id="263" r:id="rId10"/>
    <p:sldId id="264" r:id="rId11"/>
    <p:sldId id="265" r:id="rId12"/>
    <p:sldId id="266" r:id="rId13"/>
    <p:sldId id="268" r:id="rId14"/>
    <p:sldId id="270" r:id="rId15"/>
    <p:sldId id="269" r:id="rId16"/>
    <p:sldId id="271" r:id="rId17"/>
    <p:sldId id="272" r:id="rId18"/>
    <p:sldId id="274" r:id="rId19"/>
    <p:sldId id="273" r:id="rId20"/>
    <p:sldId id="275" r:id="rId21"/>
    <p:sldId id="276" r:id="rId22"/>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5B5B"/>
    <a:srgbClr val="5B5E5E"/>
    <a:srgbClr val="DAE3E3"/>
    <a:srgbClr val="B9C1C1"/>
    <a:srgbClr val="000000"/>
    <a:srgbClr val="00075F"/>
    <a:srgbClr val="666A6A"/>
    <a:srgbClr val="787D7D"/>
    <a:srgbClr val="6A6E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9DC706-F86C-43AE-B97E-945F4E50427D}" v="416" dt="2025-12-21T20:38:43.762"/>
    <p1510:client id="{1743AD6B-D167-4C80-A399-029DDCB98C39}" v="605" dt="2025-12-22T00:18:30.990"/>
    <p1510:client id="{26B24BDE-CD03-4F2C-A60E-981118DA7F7A}" v="1210" dt="2025-12-21T15:20:41.921"/>
    <p1510:client id="{2AE732DA-0DA1-4F59-8B27-733DC8E9E227}" v="202" dt="2025-12-21T16:40:13.555"/>
    <p1510:client id="{39865EE2-3CC5-488F-BDA3-6ACF9863E626}" v="370" dt="2025-12-21T16:14:02.518"/>
    <p1510:client id="{4BBA5633-3153-4C23-BAE7-7E3A847C6F38}" v="375" dt="2025-12-21T20:03:04.940"/>
    <p1510:client id="{5FB1B042-7E36-47DF-96CE-F4AE419E5DA4}" v="11" dt="2025-12-21T23:31:31.158"/>
    <p1510:client id="{7F59D1FC-5F70-4200-A3E1-21A2B253944D}" v="739" dt="2025-12-21T23:22:34.292"/>
    <p1510:client id="{86C65D28-39FD-4697-92A7-E36EE5D2A5D1}" v="95" dt="2025-12-22T01:00:05.219"/>
    <p1510:client id="{90CB0837-B4EA-4165-8938-8C63D56FB67C}" v="7" dt="2025-12-21T13:32:45.417"/>
    <p1510:client id="{B1598799-51E1-435E-84B1-0DCB55A68166}" v="52" dt="2025-12-21T20:50:20.756"/>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 Id="rId30"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RT GÜNER" userId="S::mertguner@ogr365.iyte.edu.tr::ef41df9b-7808-49c8-8061-e64d37c8b2bf" providerId="AD" clId="Web-{86C65D28-39FD-4697-92A7-E36EE5D2A5D1}"/>
    <pc:docChg chg="addSld modSld">
      <pc:chgData name="MERT GÜNER" userId="S::mertguner@ogr365.iyte.edu.tr::ef41df9b-7808-49c8-8061-e64d37c8b2bf" providerId="AD" clId="Web-{86C65D28-39FD-4697-92A7-E36EE5D2A5D1}" dt="2025-12-22T00:58:52.828" v="26" actId="1076"/>
      <pc:docMkLst>
        <pc:docMk/>
      </pc:docMkLst>
      <pc:sldChg chg="modSp new">
        <pc:chgData name="MERT GÜNER" userId="S::mertguner@ogr365.iyte.edu.tr::ef41df9b-7808-49c8-8061-e64d37c8b2bf" providerId="AD" clId="Web-{86C65D28-39FD-4697-92A7-E36EE5D2A5D1}" dt="2025-12-22T00:57:28.531" v="21" actId="1076"/>
        <pc:sldMkLst>
          <pc:docMk/>
          <pc:sldMk cId="3578056034" sldId="275"/>
        </pc:sldMkLst>
        <pc:spChg chg="mod">
          <ac:chgData name="MERT GÜNER" userId="S::mertguner@ogr365.iyte.edu.tr::ef41df9b-7808-49c8-8061-e64d37c8b2bf" providerId="AD" clId="Web-{86C65D28-39FD-4697-92A7-E36EE5D2A5D1}" dt="2025-12-22T00:57:28.531" v="21" actId="1076"/>
          <ac:spMkLst>
            <pc:docMk/>
            <pc:sldMk cId="3578056034" sldId="275"/>
            <ac:spMk id="2" creationId="{13AD700B-0296-9A9B-A9C0-9CF95F37CAF2}"/>
          </ac:spMkLst>
        </pc:spChg>
        <pc:spChg chg="mod">
          <ac:chgData name="MERT GÜNER" userId="S::mertguner@ogr365.iyte.edu.tr::ef41df9b-7808-49c8-8061-e64d37c8b2bf" providerId="AD" clId="Web-{86C65D28-39FD-4697-92A7-E36EE5D2A5D1}" dt="2025-12-22T00:57:25.859" v="20" actId="14100"/>
          <ac:spMkLst>
            <pc:docMk/>
            <pc:sldMk cId="3578056034" sldId="275"/>
            <ac:spMk id="3" creationId="{2E4949EB-6B1A-71DD-6A68-4BE7F29D71DE}"/>
          </ac:spMkLst>
        </pc:spChg>
      </pc:sldChg>
      <pc:sldChg chg="delSp modSp new">
        <pc:chgData name="MERT GÜNER" userId="S::mertguner@ogr365.iyte.edu.tr::ef41df9b-7808-49c8-8061-e64d37c8b2bf" providerId="AD" clId="Web-{86C65D28-39FD-4697-92A7-E36EE5D2A5D1}" dt="2025-12-22T00:58:52.828" v="26" actId="1076"/>
        <pc:sldMkLst>
          <pc:docMk/>
          <pc:sldMk cId="109295652" sldId="276"/>
        </pc:sldMkLst>
        <pc:spChg chg="mod">
          <ac:chgData name="MERT GÜNER" userId="S::mertguner@ogr365.iyte.edu.tr::ef41df9b-7808-49c8-8061-e64d37c8b2bf" providerId="AD" clId="Web-{86C65D28-39FD-4697-92A7-E36EE5D2A5D1}" dt="2025-12-22T00:58:52.828" v="26" actId="1076"/>
          <ac:spMkLst>
            <pc:docMk/>
            <pc:sldMk cId="109295652" sldId="276"/>
            <ac:spMk id="2" creationId="{D16D47E0-EEFB-8372-E55C-E44485473070}"/>
          </ac:spMkLst>
        </pc:spChg>
        <pc:spChg chg="del mod">
          <ac:chgData name="MERT GÜNER" userId="S::mertguner@ogr365.iyte.edu.tr::ef41df9b-7808-49c8-8061-e64d37c8b2bf" providerId="AD" clId="Web-{86C65D28-39FD-4697-92A7-E36EE5D2A5D1}" dt="2025-12-22T00:24:42.906" v="7"/>
          <ac:spMkLst>
            <pc:docMk/>
            <pc:sldMk cId="109295652" sldId="276"/>
            <ac:spMk id="3" creationId="{9264BB6A-5105-D1BD-23D7-215978780DBE}"/>
          </ac:spMkLst>
        </pc:spChg>
      </pc:sldChg>
    </pc:docChg>
  </pc:docChgLst>
  <pc:docChgLst>
    <pc:chgData name="MERT GÜNER" userId="S::mertguner@ogr365.iyte.edu.tr::ef41df9b-7808-49c8-8061-e64d37c8b2bf" providerId="AD" clId="Web-{39865EE2-3CC5-488F-BDA3-6ACF9863E626}"/>
    <pc:docChg chg="addSld modSld">
      <pc:chgData name="MERT GÜNER" userId="S::mertguner@ogr365.iyte.edu.tr::ef41df9b-7808-49c8-8061-e64d37c8b2bf" providerId="AD" clId="Web-{39865EE2-3CC5-488F-BDA3-6ACF9863E626}" dt="2025-12-21T16:14:02.518" v="175"/>
      <pc:docMkLst>
        <pc:docMk/>
      </pc:docMkLst>
      <pc:sldChg chg="delAnim modAnim">
        <pc:chgData name="MERT GÜNER" userId="S::mertguner@ogr365.iyte.edu.tr::ef41df9b-7808-49c8-8061-e64d37c8b2bf" providerId="AD" clId="Web-{39865EE2-3CC5-488F-BDA3-6ACF9863E626}" dt="2025-12-21T15:59:28.997" v="121"/>
        <pc:sldMkLst>
          <pc:docMk/>
          <pc:sldMk cId="2478925537" sldId="256"/>
        </pc:sldMkLst>
      </pc:sldChg>
      <pc:sldChg chg="modAnim">
        <pc:chgData name="MERT GÜNER" userId="S::mertguner@ogr365.iyte.edu.tr::ef41df9b-7808-49c8-8061-e64d37c8b2bf" providerId="AD" clId="Web-{39865EE2-3CC5-488F-BDA3-6ACF9863E626}" dt="2025-12-21T16:13:26.595" v="171"/>
        <pc:sldMkLst>
          <pc:docMk/>
          <pc:sldMk cId="196370612" sldId="258"/>
        </pc:sldMkLst>
      </pc:sldChg>
      <pc:sldChg chg="addSp delSp modSp addAnim delAnim modAnim">
        <pc:chgData name="MERT GÜNER" userId="S::mertguner@ogr365.iyte.edu.tr::ef41df9b-7808-49c8-8061-e64d37c8b2bf" providerId="AD" clId="Web-{39865EE2-3CC5-488F-BDA3-6ACF9863E626}" dt="2025-12-21T16:13:00.515" v="159"/>
        <pc:sldMkLst>
          <pc:docMk/>
          <pc:sldMk cId="3515191623" sldId="259"/>
        </pc:sldMkLst>
        <pc:spChg chg="del mod">
          <ac:chgData name="MERT GÜNER" userId="S::mertguner@ogr365.iyte.edu.tr::ef41df9b-7808-49c8-8061-e64d37c8b2bf" providerId="AD" clId="Web-{39865EE2-3CC5-488F-BDA3-6ACF9863E626}" dt="2025-12-21T16:01:26.723" v="122"/>
          <ac:spMkLst>
            <pc:docMk/>
            <pc:sldMk cId="3515191623" sldId="259"/>
            <ac:spMk id="8" creationId="{D79FFF20-26B8-56DB-3D72-000877303E1A}"/>
          </ac:spMkLst>
        </pc:spChg>
        <pc:picChg chg="add mod modCrop">
          <ac:chgData name="MERT GÜNER" userId="S::mertguner@ogr365.iyte.edu.tr::ef41df9b-7808-49c8-8061-e64d37c8b2bf" providerId="AD" clId="Web-{39865EE2-3CC5-488F-BDA3-6ACF9863E626}" dt="2025-12-21T15:58:07.197" v="120" actId="14100"/>
          <ac:picMkLst>
            <pc:docMk/>
            <pc:sldMk cId="3515191623" sldId="259"/>
            <ac:picMk id="4" creationId="{99D18B66-6A19-A8CF-9B3A-5D48A5E52BFD}"/>
          </ac:picMkLst>
        </pc:picChg>
      </pc:sldChg>
      <pc:sldChg chg="addSp delSp modSp addAnim delAnim modAnim">
        <pc:chgData name="MERT GÜNER" userId="S::mertguner@ogr365.iyte.edu.tr::ef41df9b-7808-49c8-8061-e64d37c8b2bf" providerId="AD" clId="Web-{39865EE2-3CC5-488F-BDA3-6ACF9863E626}" dt="2025-12-21T16:14:02.518" v="175"/>
        <pc:sldMkLst>
          <pc:docMk/>
          <pc:sldMk cId="2785098133" sldId="260"/>
        </pc:sldMkLst>
        <pc:spChg chg="mod">
          <ac:chgData name="MERT GÜNER" userId="S::mertguner@ogr365.iyte.edu.tr::ef41df9b-7808-49c8-8061-e64d37c8b2bf" providerId="AD" clId="Web-{39865EE2-3CC5-488F-BDA3-6ACF9863E626}" dt="2025-12-21T15:39:54.500" v="6" actId="1076"/>
          <ac:spMkLst>
            <pc:docMk/>
            <pc:sldMk cId="2785098133" sldId="260"/>
            <ac:spMk id="3" creationId="{D8972FC0-10EC-70C5-7B4E-8826E548FAEA}"/>
          </ac:spMkLst>
        </pc:spChg>
        <pc:spChg chg="add del">
          <ac:chgData name="MERT GÜNER" userId="S::mertguner@ogr365.iyte.edu.tr::ef41df9b-7808-49c8-8061-e64d37c8b2bf" providerId="AD" clId="Web-{39865EE2-3CC5-488F-BDA3-6ACF9863E626}" dt="2025-12-21T15:40:08.860" v="8"/>
          <ac:spMkLst>
            <pc:docMk/>
            <pc:sldMk cId="2785098133" sldId="260"/>
            <ac:spMk id="4" creationId="{622D6F20-820D-D978-AB3F-9613F11A56B4}"/>
          </ac:spMkLst>
        </pc:spChg>
        <pc:spChg chg="add mod">
          <ac:chgData name="MERT GÜNER" userId="S::mertguner@ogr365.iyte.edu.tr::ef41df9b-7808-49c8-8061-e64d37c8b2bf" providerId="AD" clId="Web-{39865EE2-3CC5-488F-BDA3-6ACF9863E626}" dt="2025-12-21T15:40:29.048" v="13" actId="1076"/>
          <ac:spMkLst>
            <pc:docMk/>
            <pc:sldMk cId="2785098133" sldId="260"/>
            <ac:spMk id="6" creationId="{C27D29D2-3E69-58CC-A97D-BFFED683370F}"/>
          </ac:spMkLst>
        </pc:spChg>
        <pc:spChg chg="add">
          <ac:chgData name="MERT GÜNER" userId="S::mertguner@ogr365.iyte.edu.tr::ef41df9b-7808-49c8-8061-e64d37c8b2bf" providerId="AD" clId="Web-{39865EE2-3CC5-488F-BDA3-6ACF9863E626}" dt="2025-12-21T15:40:32.252" v="14"/>
          <ac:spMkLst>
            <pc:docMk/>
            <pc:sldMk cId="2785098133" sldId="260"/>
            <ac:spMk id="7" creationId="{DD263EF3-EFBE-E1EE-786F-D43684ACAEA0}"/>
          </ac:spMkLst>
        </pc:spChg>
        <pc:spChg chg="add mod">
          <ac:chgData name="MERT GÜNER" userId="S::mertguner@ogr365.iyte.edu.tr::ef41df9b-7808-49c8-8061-e64d37c8b2bf" providerId="AD" clId="Web-{39865EE2-3CC5-488F-BDA3-6ACF9863E626}" dt="2025-12-21T15:47:51.153" v="54" actId="1076"/>
          <ac:spMkLst>
            <pc:docMk/>
            <pc:sldMk cId="2785098133" sldId="260"/>
            <ac:spMk id="10" creationId="{A0584CF3-DD6A-24D2-6A86-718A8FC46364}"/>
          </ac:spMkLst>
        </pc:spChg>
        <pc:spChg chg="add mod">
          <ac:chgData name="MERT GÜNER" userId="S::mertguner@ogr365.iyte.edu.tr::ef41df9b-7808-49c8-8061-e64d37c8b2bf" providerId="AD" clId="Web-{39865EE2-3CC5-488F-BDA3-6ACF9863E626}" dt="2025-12-21T15:49:06.373" v="59" actId="14100"/>
          <ac:spMkLst>
            <pc:docMk/>
            <pc:sldMk cId="2785098133" sldId="260"/>
            <ac:spMk id="11" creationId="{CA71A34B-E935-C3AB-544A-28812ACD96CE}"/>
          </ac:spMkLst>
        </pc:spChg>
        <pc:picChg chg="add mod">
          <ac:chgData name="MERT GÜNER" userId="S::mertguner@ogr365.iyte.edu.tr::ef41df9b-7808-49c8-8061-e64d37c8b2bf" providerId="AD" clId="Web-{39865EE2-3CC5-488F-BDA3-6ACF9863E626}" dt="2025-12-21T15:53:57.027" v="88" actId="1076"/>
          <ac:picMkLst>
            <pc:docMk/>
            <pc:sldMk cId="2785098133" sldId="260"/>
            <ac:picMk id="12" creationId="{156F1B8B-9893-101B-03B0-66C945FF2EE1}"/>
          </ac:picMkLst>
        </pc:picChg>
        <pc:picChg chg="add mod">
          <ac:chgData name="MERT GÜNER" userId="S::mertguner@ogr365.iyte.edu.tr::ef41df9b-7808-49c8-8061-e64d37c8b2bf" providerId="AD" clId="Web-{39865EE2-3CC5-488F-BDA3-6ACF9863E626}" dt="2025-12-21T15:53:58.168" v="89" actId="1076"/>
          <ac:picMkLst>
            <pc:docMk/>
            <pc:sldMk cId="2785098133" sldId="260"/>
            <ac:picMk id="13" creationId="{53D189D0-74C9-8B9B-20B3-6266F95266AE}"/>
          </ac:picMkLst>
        </pc:picChg>
        <pc:cxnChg chg="add mod">
          <ac:chgData name="MERT GÜNER" userId="S::mertguner@ogr365.iyte.edu.tr::ef41df9b-7808-49c8-8061-e64d37c8b2bf" providerId="AD" clId="Web-{39865EE2-3CC5-488F-BDA3-6ACF9863E626}" dt="2025-12-21T15:50:56.515" v="71" actId="1076"/>
          <ac:cxnSpMkLst>
            <pc:docMk/>
            <pc:sldMk cId="2785098133" sldId="260"/>
            <ac:cxnSpMk id="8" creationId="{2C8FA217-97AE-0A28-4353-A13CD8EC2F79}"/>
          </ac:cxnSpMkLst>
        </pc:cxnChg>
      </pc:sldChg>
      <pc:sldChg chg="new">
        <pc:chgData name="MERT GÜNER" userId="S::mertguner@ogr365.iyte.edu.tr::ef41df9b-7808-49c8-8061-e64d37c8b2bf" providerId="AD" clId="Web-{39865EE2-3CC5-488F-BDA3-6ACF9863E626}" dt="2025-12-21T16:04:51.087" v="134"/>
        <pc:sldMkLst>
          <pc:docMk/>
          <pc:sldMk cId="2504485209" sldId="261"/>
        </pc:sldMkLst>
      </pc:sldChg>
    </pc:docChg>
  </pc:docChgLst>
  <pc:docChgLst>
    <pc:chgData name="MERT GÜNER" userId="S::mertguner@ogr365.iyte.edu.tr::ef41df9b-7808-49c8-8061-e64d37c8b2bf" providerId="AD" clId="Web-{1743AD6B-D167-4C80-A399-029DDCB98C39}"/>
    <pc:docChg chg="addSld modSld">
      <pc:chgData name="MERT GÜNER" userId="S::mertguner@ogr365.iyte.edu.tr::ef41df9b-7808-49c8-8061-e64d37c8b2bf" providerId="AD" clId="Web-{1743AD6B-D167-4C80-A399-029DDCB98C39}" dt="2025-12-22T00:18:30.990" v="64" actId="1076"/>
      <pc:docMkLst>
        <pc:docMk/>
      </pc:docMkLst>
      <pc:sldChg chg="addSp delSp modSp new addAnim delAnim modAnim">
        <pc:chgData name="MERT GÜNER" userId="S::mertguner@ogr365.iyte.edu.tr::ef41df9b-7808-49c8-8061-e64d37c8b2bf" providerId="AD" clId="Web-{1743AD6B-D167-4C80-A399-029DDCB98C39}" dt="2025-12-22T00:02:42.405" v="27"/>
        <pc:sldMkLst>
          <pc:docMk/>
          <pc:sldMk cId="3331524451" sldId="271"/>
        </pc:sldMkLst>
        <pc:spChg chg="mod">
          <ac:chgData name="MERT GÜNER" userId="S::mertguner@ogr365.iyte.edu.tr::ef41df9b-7808-49c8-8061-e64d37c8b2bf" providerId="AD" clId="Web-{1743AD6B-D167-4C80-A399-029DDCB98C39}" dt="2025-12-21T23:45:07.726" v="3" actId="1076"/>
          <ac:spMkLst>
            <pc:docMk/>
            <pc:sldMk cId="3331524451" sldId="271"/>
            <ac:spMk id="2" creationId="{78AE59CB-942A-BFEE-B65B-14D1F87A676E}"/>
          </ac:spMkLst>
        </pc:spChg>
        <pc:spChg chg="add del">
          <ac:chgData name="MERT GÜNER" userId="S::mertguner@ogr365.iyte.edu.tr::ef41df9b-7808-49c8-8061-e64d37c8b2bf" providerId="AD" clId="Web-{1743AD6B-D167-4C80-A399-029DDCB98C39}" dt="2025-12-21T23:49:30.934" v="11"/>
          <ac:spMkLst>
            <pc:docMk/>
            <pc:sldMk cId="3331524451" sldId="271"/>
            <ac:spMk id="3" creationId="{F6FCECA9-9E74-C9AC-DA3A-721EE914AB7D}"/>
          </ac:spMkLst>
        </pc:spChg>
        <pc:picChg chg="add del mod ord">
          <ac:chgData name="MERT GÜNER" userId="S::mertguner@ogr365.iyte.edu.tr::ef41df9b-7808-49c8-8061-e64d37c8b2bf" providerId="AD" clId="Web-{1743AD6B-D167-4C80-A399-029DDCB98C39}" dt="2025-12-21T23:49:30.934" v="11"/>
          <ac:picMkLst>
            <pc:docMk/>
            <pc:sldMk cId="3331524451" sldId="271"/>
            <ac:picMk id="4" creationId="{15C29AAE-DA4F-3390-726A-30E4CF320F30}"/>
          </ac:picMkLst>
        </pc:picChg>
        <pc:picChg chg="add mod">
          <ac:chgData name="MERT GÜNER" userId="S::mertguner@ogr365.iyte.edu.tr::ef41df9b-7808-49c8-8061-e64d37c8b2bf" providerId="AD" clId="Web-{1743AD6B-D167-4C80-A399-029DDCB98C39}" dt="2025-12-22T00:02:05.499" v="22" actId="14100"/>
          <ac:picMkLst>
            <pc:docMk/>
            <pc:sldMk cId="3331524451" sldId="271"/>
            <ac:picMk id="5" creationId="{CAAF15DE-F82E-4A72-9DFA-FFAEE7B50336}"/>
          </ac:picMkLst>
        </pc:picChg>
      </pc:sldChg>
      <pc:sldChg chg="addSp modSp new addAnim delAnim modAnim">
        <pc:chgData name="MERT GÜNER" userId="S::mertguner@ogr365.iyte.edu.tr::ef41df9b-7808-49c8-8061-e64d37c8b2bf" providerId="AD" clId="Web-{1743AD6B-D167-4C80-A399-029DDCB98C39}" dt="2025-12-22T00:15:59.849" v="46"/>
        <pc:sldMkLst>
          <pc:docMk/>
          <pc:sldMk cId="2376362413" sldId="272"/>
        </pc:sldMkLst>
        <pc:spChg chg="mod">
          <ac:chgData name="MERT GÜNER" userId="S::mertguner@ogr365.iyte.edu.tr::ef41df9b-7808-49c8-8061-e64d37c8b2bf" providerId="AD" clId="Web-{1743AD6B-D167-4C80-A399-029DDCB98C39}" dt="2025-12-21T23:45:41.573" v="6" actId="1076"/>
          <ac:spMkLst>
            <pc:docMk/>
            <pc:sldMk cId="2376362413" sldId="272"/>
            <ac:spMk id="2" creationId="{EFF486C9-2336-C9B8-F433-2D3C308D5BBA}"/>
          </ac:spMkLst>
        </pc:spChg>
        <pc:picChg chg="add mod">
          <ac:chgData name="MERT GÜNER" userId="S::mertguner@ogr365.iyte.edu.tr::ef41df9b-7808-49c8-8061-e64d37c8b2bf" providerId="AD" clId="Web-{1743AD6B-D167-4C80-A399-029DDCB98C39}" dt="2025-12-22T00:05:52.601" v="30" actId="14100"/>
          <ac:picMkLst>
            <pc:docMk/>
            <pc:sldMk cId="2376362413" sldId="272"/>
            <ac:picMk id="4" creationId="{369352A9-1003-B44C-04B9-47CB9DA1D1C8}"/>
          </ac:picMkLst>
        </pc:picChg>
      </pc:sldChg>
      <pc:sldChg chg="addSp delSp modSp new mod setBg">
        <pc:chgData name="MERT GÜNER" userId="S::mertguner@ogr365.iyte.edu.tr::ef41df9b-7808-49c8-8061-e64d37c8b2bf" providerId="AD" clId="Web-{1743AD6B-D167-4C80-A399-029DDCB98C39}" dt="2025-12-22T00:18:30.990" v="64" actId="1076"/>
        <pc:sldMkLst>
          <pc:docMk/>
          <pc:sldMk cId="3966173619" sldId="273"/>
        </pc:sldMkLst>
        <pc:spChg chg="mod ord">
          <ac:chgData name="MERT GÜNER" userId="S::mertguner@ogr365.iyte.edu.tr::ef41df9b-7808-49c8-8061-e64d37c8b2bf" providerId="AD" clId="Web-{1743AD6B-D167-4C80-A399-029DDCB98C39}" dt="2025-12-22T00:18:30.990" v="64" actId="1076"/>
          <ac:spMkLst>
            <pc:docMk/>
            <pc:sldMk cId="3966173619" sldId="273"/>
            <ac:spMk id="2" creationId="{6B858207-4740-7282-12DC-563B5FEB1AAF}"/>
          </ac:spMkLst>
        </pc:spChg>
        <pc:spChg chg="add del mod">
          <ac:chgData name="MERT GÜNER" userId="S::mertguner@ogr365.iyte.edu.tr::ef41df9b-7808-49c8-8061-e64d37c8b2bf" providerId="AD" clId="Web-{1743AD6B-D167-4C80-A399-029DDCB98C39}" dt="2025-12-22T00:17:53.269" v="55"/>
          <ac:spMkLst>
            <pc:docMk/>
            <pc:sldMk cId="3966173619" sldId="273"/>
            <ac:spMk id="3" creationId="{961C68E7-779D-AE51-00AB-929D822016A7}"/>
          </ac:spMkLst>
        </pc:spChg>
        <pc:spChg chg="add del">
          <ac:chgData name="MERT GÜNER" userId="S::mertguner@ogr365.iyte.edu.tr::ef41df9b-7808-49c8-8061-e64d37c8b2bf" providerId="AD" clId="Web-{1743AD6B-D167-4C80-A399-029DDCB98C39}" dt="2025-12-22T00:18:22.459" v="62"/>
          <ac:spMkLst>
            <pc:docMk/>
            <pc:sldMk cId="3966173619" sldId="273"/>
            <ac:spMk id="18" creationId="{1F4CD6D0-88B6-45F4-AC60-54587D3C92A0}"/>
          </ac:spMkLst>
        </pc:spChg>
        <pc:spChg chg="add del">
          <ac:chgData name="MERT GÜNER" userId="S::mertguner@ogr365.iyte.edu.tr::ef41df9b-7808-49c8-8061-e64d37c8b2bf" providerId="AD" clId="Web-{1743AD6B-D167-4C80-A399-029DDCB98C39}" dt="2025-12-22T00:18:22.459" v="62"/>
          <ac:spMkLst>
            <pc:docMk/>
            <pc:sldMk cId="3966173619" sldId="273"/>
            <ac:spMk id="20" creationId="{C2E86F6D-198D-45C3-AC93-8D31B8A4DDDD}"/>
          </ac:spMkLst>
        </pc:spChg>
        <pc:grpChg chg="add del">
          <ac:chgData name="MERT GÜNER" userId="S::mertguner@ogr365.iyte.edu.tr::ef41df9b-7808-49c8-8061-e64d37c8b2bf" providerId="AD" clId="Web-{1743AD6B-D167-4C80-A399-029DDCB98C39}" dt="2025-12-22T00:18:22.459" v="62"/>
          <ac:grpSpMkLst>
            <pc:docMk/>
            <pc:sldMk cId="3966173619" sldId="273"/>
            <ac:grpSpMk id="12" creationId="{9494E066-0146-46E9-BAF1-C33240ABA294}"/>
          </ac:grpSpMkLst>
        </pc:grpChg>
        <pc:picChg chg="add del mod">
          <ac:chgData name="MERT GÜNER" userId="S::mertguner@ogr365.iyte.edu.tr::ef41df9b-7808-49c8-8061-e64d37c8b2bf" providerId="AD" clId="Web-{1743AD6B-D167-4C80-A399-029DDCB98C39}" dt="2025-12-22T00:17:17.892" v="50"/>
          <ac:picMkLst>
            <pc:docMk/>
            <pc:sldMk cId="3966173619" sldId="273"/>
            <ac:picMk id="4" creationId="{18B2605C-5B51-36C7-D492-9950CBBFE308}"/>
          </ac:picMkLst>
        </pc:picChg>
        <pc:picChg chg="add mod ord">
          <ac:chgData name="MERT GÜNER" userId="S::mertguner@ogr365.iyte.edu.tr::ef41df9b-7808-49c8-8061-e64d37c8b2bf" providerId="AD" clId="Web-{1743AD6B-D167-4C80-A399-029DDCB98C39}" dt="2025-12-22T00:18:26.756" v="63" actId="1076"/>
          <ac:picMkLst>
            <pc:docMk/>
            <pc:sldMk cId="3966173619" sldId="273"/>
            <ac:picMk id="5" creationId="{5054192F-4083-47F2-6166-91893CC6B15D}"/>
          </ac:picMkLst>
        </pc:picChg>
        <pc:cxnChg chg="add del">
          <ac:chgData name="MERT GÜNER" userId="S::mertguner@ogr365.iyte.edu.tr::ef41df9b-7808-49c8-8061-e64d37c8b2bf" providerId="AD" clId="Web-{1743AD6B-D167-4C80-A399-029DDCB98C39}" dt="2025-12-22T00:18:22.459" v="62"/>
          <ac:cxnSpMkLst>
            <pc:docMk/>
            <pc:sldMk cId="3966173619" sldId="273"/>
            <ac:cxnSpMk id="10" creationId="{AE0C0B2A-3FD1-4235-A16E-0ED1E028A93E}"/>
          </ac:cxnSpMkLst>
        </pc:cxnChg>
        <pc:cxnChg chg="add del">
          <ac:chgData name="MERT GÜNER" userId="S::mertguner@ogr365.iyte.edu.tr::ef41df9b-7808-49c8-8061-e64d37c8b2bf" providerId="AD" clId="Web-{1743AD6B-D167-4C80-A399-029DDCB98C39}" dt="2025-12-22T00:18:22.459" v="62"/>
          <ac:cxnSpMkLst>
            <pc:docMk/>
            <pc:sldMk cId="3966173619" sldId="273"/>
            <ac:cxnSpMk id="22" creationId="{6C14D892-36B8-4065-9158-50C22E1E6986}"/>
          </ac:cxnSpMkLst>
        </pc:cxnChg>
      </pc:sldChg>
      <pc:sldChg chg="addSp delSp modSp new">
        <pc:chgData name="MERT GÜNER" userId="S::mertguner@ogr365.iyte.edu.tr::ef41df9b-7808-49c8-8061-e64d37c8b2bf" providerId="AD" clId="Web-{1743AD6B-D167-4C80-A399-029DDCB98C39}" dt="2025-12-22T00:10:07.493" v="39" actId="1076"/>
        <pc:sldMkLst>
          <pc:docMk/>
          <pc:sldMk cId="663747016" sldId="274"/>
        </pc:sldMkLst>
        <pc:spChg chg="mod">
          <ac:chgData name="MERT GÜNER" userId="S::mertguner@ogr365.iyte.edu.tr::ef41df9b-7808-49c8-8061-e64d37c8b2bf" providerId="AD" clId="Web-{1743AD6B-D167-4C80-A399-029DDCB98C39}" dt="2025-12-22T00:09:07.051" v="34" actId="1076"/>
          <ac:spMkLst>
            <pc:docMk/>
            <pc:sldMk cId="663747016" sldId="274"/>
            <ac:spMk id="2" creationId="{30BD4F84-EE34-9091-C4A5-87634BB3E2B3}"/>
          </ac:spMkLst>
        </pc:spChg>
        <pc:spChg chg="del">
          <ac:chgData name="MERT GÜNER" userId="S::mertguner@ogr365.iyte.edu.tr::ef41df9b-7808-49c8-8061-e64d37c8b2bf" providerId="AD" clId="Web-{1743AD6B-D167-4C80-A399-029DDCB98C39}" dt="2025-12-22T00:09:59.477" v="35"/>
          <ac:spMkLst>
            <pc:docMk/>
            <pc:sldMk cId="663747016" sldId="274"/>
            <ac:spMk id="3" creationId="{6ECE8152-EFD2-44F2-BEF7-9AAC528D3C28}"/>
          </ac:spMkLst>
        </pc:spChg>
        <pc:picChg chg="add mod ord">
          <ac:chgData name="MERT GÜNER" userId="S::mertguner@ogr365.iyte.edu.tr::ef41df9b-7808-49c8-8061-e64d37c8b2bf" providerId="AD" clId="Web-{1743AD6B-D167-4C80-A399-029DDCB98C39}" dt="2025-12-22T00:10:07.493" v="39" actId="1076"/>
          <ac:picMkLst>
            <pc:docMk/>
            <pc:sldMk cId="663747016" sldId="274"/>
            <ac:picMk id="4" creationId="{D5F5F019-5617-F594-4F17-3D194ABD6B03}"/>
          </ac:picMkLst>
        </pc:picChg>
      </pc:sldChg>
    </pc:docChg>
  </pc:docChgLst>
  <pc:docChgLst>
    <pc:chgData name="MERT GÜNER" userId="S::mertguner@ogr365.iyte.edu.tr::ef41df9b-7808-49c8-8061-e64d37c8b2bf" providerId="AD" clId="Web-{B1598799-51E1-435E-84B1-0DCB55A68166}"/>
    <pc:docChg chg="modSld">
      <pc:chgData name="MERT GÜNER" userId="S::mertguner@ogr365.iyte.edu.tr::ef41df9b-7808-49c8-8061-e64d37c8b2bf" providerId="AD" clId="Web-{B1598799-51E1-435E-84B1-0DCB55A68166}" dt="2025-12-21T20:50:09.989" v="8" actId="1076"/>
      <pc:docMkLst>
        <pc:docMk/>
      </pc:docMkLst>
      <pc:sldChg chg="addSp modSp">
        <pc:chgData name="MERT GÜNER" userId="S::mertguner@ogr365.iyte.edu.tr::ef41df9b-7808-49c8-8061-e64d37c8b2bf" providerId="AD" clId="Web-{B1598799-51E1-435E-84B1-0DCB55A68166}" dt="2025-12-21T20:50:09.989" v="8" actId="1076"/>
        <pc:sldMkLst>
          <pc:docMk/>
          <pc:sldMk cId="352376083" sldId="265"/>
        </pc:sldMkLst>
        <pc:spChg chg="add mod">
          <ac:chgData name="MERT GÜNER" userId="S::mertguner@ogr365.iyte.edu.tr::ef41df9b-7808-49c8-8061-e64d37c8b2bf" providerId="AD" clId="Web-{B1598799-51E1-435E-84B1-0DCB55A68166}" dt="2025-12-21T20:50:09.989" v="8" actId="1076"/>
          <ac:spMkLst>
            <pc:docMk/>
            <pc:sldMk cId="352376083" sldId="265"/>
            <ac:spMk id="2" creationId="{6F99D76B-2622-AD46-D490-156FBEA5F1D9}"/>
          </ac:spMkLst>
        </pc:spChg>
        <pc:spChg chg="mod">
          <ac:chgData name="MERT GÜNER" userId="S::mertguner@ogr365.iyte.edu.tr::ef41df9b-7808-49c8-8061-e64d37c8b2bf" providerId="AD" clId="Web-{B1598799-51E1-435E-84B1-0DCB55A68166}" dt="2025-12-21T20:41:21.682" v="4" actId="1076"/>
          <ac:spMkLst>
            <pc:docMk/>
            <pc:sldMk cId="352376083" sldId="265"/>
            <ac:spMk id="3" creationId="{54758C41-CCF5-B08C-7C82-27EB8EFB13ED}"/>
          </ac:spMkLst>
        </pc:spChg>
        <pc:picChg chg="mod">
          <ac:chgData name="MERT GÜNER" userId="S::mertguner@ogr365.iyte.edu.tr::ef41df9b-7808-49c8-8061-e64d37c8b2bf" providerId="AD" clId="Web-{B1598799-51E1-435E-84B1-0DCB55A68166}" dt="2025-12-21T20:41:19.151" v="3" actId="1076"/>
          <ac:picMkLst>
            <pc:docMk/>
            <pc:sldMk cId="352376083" sldId="265"/>
            <ac:picMk id="5" creationId="{AE5A7D86-B145-4656-B26B-D283A51FA3BF}"/>
          </ac:picMkLst>
        </pc:picChg>
      </pc:sldChg>
      <pc:sldChg chg="modSp">
        <pc:chgData name="MERT GÜNER" userId="S::mertguner@ogr365.iyte.edu.tr::ef41df9b-7808-49c8-8061-e64d37c8b2bf" providerId="AD" clId="Web-{B1598799-51E1-435E-84B1-0DCB55A68166}" dt="2025-12-21T20:42:54.762" v="6" actId="1076"/>
        <pc:sldMkLst>
          <pc:docMk/>
          <pc:sldMk cId="882649958" sldId="266"/>
        </pc:sldMkLst>
        <pc:spChg chg="mod">
          <ac:chgData name="MERT GÜNER" userId="S::mertguner@ogr365.iyte.edu.tr::ef41df9b-7808-49c8-8061-e64d37c8b2bf" providerId="AD" clId="Web-{B1598799-51E1-435E-84B1-0DCB55A68166}" dt="2025-12-21T20:42:54.762" v="6" actId="1076"/>
          <ac:spMkLst>
            <pc:docMk/>
            <pc:sldMk cId="882649958" sldId="266"/>
            <ac:spMk id="2" creationId="{6052415B-A661-A3D3-D47D-DF4EA0F2BF60}"/>
          </ac:spMkLst>
        </pc:spChg>
      </pc:sldChg>
    </pc:docChg>
  </pc:docChgLst>
  <pc:docChgLst>
    <pc:chgData name="MERT GÜNER" userId="S::mertguner@ogr365.iyte.edu.tr::ef41df9b-7808-49c8-8061-e64d37c8b2bf" providerId="AD" clId="Web-{7F59D1FC-5F70-4200-A3E1-21A2B253944D}"/>
    <pc:docChg chg="addSld delSld modSld sldOrd">
      <pc:chgData name="MERT GÜNER" userId="S::mertguner@ogr365.iyte.edu.tr::ef41df9b-7808-49c8-8061-e64d37c8b2bf" providerId="AD" clId="Web-{7F59D1FC-5F70-4200-A3E1-21A2B253944D}" dt="2025-12-21T23:22:34.261" v="93"/>
      <pc:docMkLst>
        <pc:docMk/>
      </pc:docMkLst>
      <pc:sldChg chg="modSp">
        <pc:chgData name="MERT GÜNER" userId="S::mertguner@ogr365.iyte.edu.tr::ef41df9b-7808-49c8-8061-e64d37c8b2bf" providerId="AD" clId="Web-{7F59D1FC-5F70-4200-A3E1-21A2B253944D}" dt="2025-12-21T20:54:47.772" v="1" actId="1076"/>
        <pc:sldMkLst>
          <pc:docMk/>
          <pc:sldMk cId="2785098133" sldId="260"/>
        </pc:sldMkLst>
        <pc:cxnChg chg="mod">
          <ac:chgData name="MERT GÜNER" userId="S::mertguner@ogr365.iyte.edu.tr::ef41df9b-7808-49c8-8061-e64d37c8b2bf" providerId="AD" clId="Web-{7F59D1FC-5F70-4200-A3E1-21A2B253944D}" dt="2025-12-21T20:54:47.772" v="1" actId="1076"/>
          <ac:cxnSpMkLst>
            <pc:docMk/>
            <pc:sldMk cId="2785098133" sldId="260"/>
            <ac:cxnSpMk id="8" creationId="{2C8FA217-97AE-0A28-4353-A13CD8EC2F79}"/>
          </ac:cxnSpMkLst>
        </pc:cxnChg>
      </pc:sldChg>
      <pc:sldChg chg="modSp">
        <pc:chgData name="MERT GÜNER" userId="S::mertguner@ogr365.iyte.edu.tr::ef41df9b-7808-49c8-8061-e64d37c8b2bf" providerId="AD" clId="Web-{7F59D1FC-5F70-4200-A3E1-21A2B253944D}" dt="2025-12-21T21:20:06.351" v="4" actId="14100"/>
        <pc:sldMkLst>
          <pc:docMk/>
          <pc:sldMk cId="882649958" sldId="266"/>
        </pc:sldMkLst>
        <pc:spChg chg="mod">
          <ac:chgData name="MERT GÜNER" userId="S::mertguner@ogr365.iyte.edu.tr::ef41df9b-7808-49c8-8061-e64d37c8b2bf" providerId="AD" clId="Web-{7F59D1FC-5F70-4200-A3E1-21A2B253944D}" dt="2025-12-21T21:20:06.351" v="4" actId="14100"/>
          <ac:spMkLst>
            <pc:docMk/>
            <pc:sldMk cId="882649958" sldId="266"/>
            <ac:spMk id="3" creationId="{DE2F3C79-53D5-6515-2DB4-B70823FE9652}"/>
          </ac:spMkLst>
        </pc:spChg>
      </pc:sldChg>
      <pc:sldChg chg="addSp modSp new addAnim delAnim modAnim">
        <pc:chgData name="MERT GÜNER" userId="S::mertguner@ogr365.iyte.edu.tr::ef41df9b-7808-49c8-8061-e64d37c8b2bf" providerId="AD" clId="Web-{7F59D1FC-5F70-4200-A3E1-21A2B253944D}" dt="2025-12-21T22:58:34.960" v="64"/>
        <pc:sldMkLst>
          <pc:docMk/>
          <pc:sldMk cId="3502496704" sldId="268"/>
        </pc:sldMkLst>
        <pc:spChg chg="mod">
          <ac:chgData name="MERT GÜNER" userId="S::mertguner@ogr365.iyte.edu.tr::ef41df9b-7808-49c8-8061-e64d37c8b2bf" providerId="AD" clId="Web-{7F59D1FC-5F70-4200-A3E1-21A2B253944D}" dt="2025-12-21T22:39:40.810" v="14" actId="1076"/>
          <ac:spMkLst>
            <pc:docMk/>
            <pc:sldMk cId="3502496704" sldId="268"/>
            <ac:spMk id="2" creationId="{8E76AF95-F450-C707-EA87-6746D875FF67}"/>
          </ac:spMkLst>
        </pc:spChg>
        <pc:spChg chg="mod">
          <ac:chgData name="MERT GÜNER" userId="S::mertguner@ogr365.iyte.edu.tr::ef41df9b-7808-49c8-8061-e64d37c8b2bf" providerId="AD" clId="Web-{7F59D1FC-5F70-4200-A3E1-21A2B253944D}" dt="2025-12-21T22:51:59.613" v="42" actId="1076"/>
          <ac:spMkLst>
            <pc:docMk/>
            <pc:sldMk cId="3502496704" sldId="268"/>
            <ac:spMk id="3" creationId="{63B203F4-F111-077A-BEF8-7499648EBD2F}"/>
          </ac:spMkLst>
        </pc:spChg>
        <pc:spChg chg="add mod">
          <ac:chgData name="MERT GÜNER" userId="S::mertguner@ogr365.iyte.edu.tr::ef41df9b-7808-49c8-8061-e64d37c8b2bf" providerId="AD" clId="Web-{7F59D1FC-5F70-4200-A3E1-21A2B253944D}" dt="2025-12-21T22:51:53.206" v="41" actId="1076"/>
          <ac:spMkLst>
            <pc:docMk/>
            <pc:sldMk cId="3502496704" sldId="268"/>
            <ac:spMk id="5" creationId="{34886407-BB70-C578-718B-A906C18863BB}"/>
          </ac:spMkLst>
        </pc:spChg>
        <pc:spChg chg="add mod">
          <ac:chgData name="MERT GÜNER" userId="S::mertguner@ogr365.iyte.edu.tr::ef41df9b-7808-49c8-8061-e64d37c8b2bf" providerId="AD" clId="Web-{7F59D1FC-5F70-4200-A3E1-21A2B253944D}" dt="2025-12-21T22:57:56.881" v="57" actId="14100"/>
          <ac:spMkLst>
            <pc:docMk/>
            <pc:sldMk cId="3502496704" sldId="268"/>
            <ac:spMk id="6" creationId="{818C6E55-8B81-2870-FE84-CA3EB076484E}"/>
          </ac:spMkLst>
        </pc:spChg>
        <pc:spChg chg="add mod">
          <ac:chgData name="MERT GÜNER" userId="S::mertguner@ogr365.iyte.edu.tr::ef41df9b-7808-49c8-8061-e64d37c8b2bf" providerId="AD" clId="Web-{7F59D1FC-5F70-4200-A3E1-21A2B253944D}" dt="2025-12-21T22:58:01.178" v="58" actId="1076"/>
          <ac:spMkLst>
            <pc:docMk/>
            <pc:sldMk cId="3502496704" sldId="268"/>
            <ac:spMk id="7" creationId="{1D25E5BA-709D-B3D1-1598-4F9CE2C60D75}"/>
          </ac:spMkLst>
        </pc:spChg>
        <pc:picChg chg="add mod">
          <ac:chgData name="MERT GÜNER" userId="S::mertguner@ogr365.iyte.edu.tr::ef41df9b-7808-49c8-8061-e64d37c8b2bf" providerId="AD" clId="Web-{7F59D1FC-5F70-4200-A3E1-21A2B253944D}" dt="2025-12-21T22:56:40.222" v="48" actId="14100"/>
          <ac:picMkLst>
            <pc:docMk/>
            <pc:sldMk cId="3502496704" sldId="268"/>
            <ac:picMk id="4" creationId="{6DF46CCD-4779-4AE4-11B3-8AEEC5906D05}"/>
          </ac:picMkLst>
        </pc:picChg>
      </pc:sldChg>
      <pc:sldChg chg="addSp delSp modSp new add del">
        <pc:chgData name="MERT GÜNER" userId="S::mertguner@ogr365.iyte.edu.tr::ef41df9b-7808-49c8-8061-e64d37c8b2bf" providerId="AD" clId="Web-{7F59D1FC-5F70-4200-A3E1-21A2B253944D}" dt="2025-12-21T23:22:34.261" v="93"/>
        <pc:sldMkLst>
          <pc:docMk/>
          <pc:sldMk cId="3019003468" sldId="269"/>
        </pc:sldMkLst>
        <pc:spChg chg="add mod">
          <ac:chgData name="MERT GÜNER" userId="S::mertguner@ogr365.iyte.edu.tr::ef41df9b-7808-49c8-8061-e64d37c8b2bf" providerId="AD" clId="Web-{7F59D1FC-5F70-4200-A3E1-21A2B253944D}" dt="2025-12-21T23:04:34.801" v="73" actId="1076"/>
          <ac:spMkLst>
            <pc:docMk/>
            <pc:sldMk cId="3019003468" sldId="269"/>
            <ac:spMk id="6" creationId="{9C035C6B-0925-34E8-790D-94BFBD03E857}"/>
          </ac:spMkLst>
        </pc:spChg>
        <pc:picChg chg="add del mod">
          <ac:chgData name="MERT GÜNER" userId="S::mertguner@ogr365.iyte.edu.tr::ef41df9b-7808-49c8-8061-e64d37c8b2bf" providerId="AD" clId="Web-{7F59D1FC-5F70-4200-A3E1-21A2B253944D}" dt="2025-12-21T23:00:29.747" v="68"/>
          <ac:picMkLst>
            <pc:docMk/>
            <pc:sldMk cId="3019003468" sldId="269"/>
            <ac:picMk id="4" creationId="{1CE12BAA-DC5B-F2B1-017B-C4BB7B267839}"/>
          </ac:picMkLst>
        </pc:picChg>
        <pc:picChg chg="add mod">
          <ac:chgData name="MERT GÜNER" userId="S::mertguner@ogr365.iyte.edu.tr::ef41df9b-7808-49c8-8061-e64d37c8b2bf" providerId="AD" clId="Web-{7F59D1FC-5F70-4200-A3E1-21A2B253944D}" dt="2025-12-21T23:00:47.466" v="70" actId="1076"/>
          <ac:picMkLst>
            <pc:docMk/>
            <pc:sldMk cId="3019003468" sldId="269"/>
            <ac:picMk id="5" creationId="{1A3091C6-2B29-DE4F-E702-112FD2AE03AE}"/>
          </ac:picMkLst>
        </pc:picChg>
      </pc:sldChg>
      <pc:sldChg chg="addSp delSp modSp new ord">
        <pc:chgData name="MERT GÜNER" userId="S::mertguner@ogr365.iyte.edu.tr::ef41df9b-7808-49c8-8061-e64d37c8b2bf" providerId="AD" clId="Web-{7F59D1FC-5F70-4200-A3E1-21A2B253944D}" dt="2025-12-21T23:21:04.401" v="91"/>
        <pc:sldMkLst>
          <pc:docMk/>
          <pc:sldMk cId="3582126196" sldId="270"/>
        </pc:sldMkLst>
        <pc:spChg chg="add del">
          <ac:chgData name="MERT GÜNER" userId="S::mertguner@ogr365.iyte.edu.tr::ef41df9b-7808-49c8-8061-e64d37c8b2bf" providerId="AD" clId="Web-{7F59D1FC-5F70-4200-A3E1-21A2B253944D}" dt="2025-12-21T23:12:08.262" v="76"/>
          <ac:spMkLst>
            <pc:docMk/>
            <pc:sldMk cId="3582126196" sldId="270"/>
            <ac:spMk id="3" creationId="{CD76D412-9A26-5DB8-03AD-4DBF44812141}"/>
          </ac:spMkLst>
        </pc:spChg>
        <pc:spChg chg="add mod">
          <ac:chgData name="MERT GÜNER" userId="S::mertguner@ogr365.iyte.edu.tr::ef41df9b-7808-49c8-8061-e64d37c8b2bf" providerId="AD" clId="Web-{7F59D1FC-5F70-4200-A3E1-21A2B253944D}" dt="2025-12-21T23:13:25.922" v="89" actId="1076"/>
          <ac:spMkLst>
            <pc:docMk/>
            <pc:sldMk cId="3582126196" sldId="270"/>
            <ac:spMk id="6" creationId="{59DBA3D9-29F1-E062-6AE0-FC2A5D1B78B1}"/>
          </ac:spMkLst>
        </pc:spChg>
        <pc:picChg chg="add del mod ord">
          <ac:chgData name="MERT GÜNER" userId="S::mertguner@ogr365.iyte.edu.tr::ef41df9b-7808-49c8-8061-e64d37c8b2bf" providerId="AD" clId="Web-{7F59D1FC-5F70-4200-A3E1-21A2B253944D}" dt="2025-12-21T23:12:08.262" v="76"/>
          <ac:picMkLst>
            <pc:docMk/>
            <pc:sldMk cId="3582126196" sldId="270"/>
            <ac:picMk id="4" creationId="{8BFBF78C-9970-F755-64E6-B092EF70E89A}"/>
          </ac:picMkLst>
        </pc:picChg>
        <pc:picChg chg="add mod">
          <ac:chgData name="MERT GÜNER" userId="S::mertguner@ogr365.iyte.edu.tr::ef41df9b-7808-49c8-8061-e64d37c8b2bf" providerId="AD" clId="Web-{7F59D1FC-5F70-4200-A3E1-21A2B253944D}" dt="2025-12-21T23:13:17.750" v="88" actId="1076"/>
          <ac:picMkLst>
            <pc:docMk/>
            <pc:sldMk cId="3582126196" sldId="270"/>
            <ac:picMk id="5" creationId="{B626FC10-FBD7-D148-E1CF-1DED747E0B34}"/>
          </ac:picMkLst>
        </pc:picChg>
      </pc:sldChg>
    </pc:docChg>
  </pc:docChgLst>
  <pc:docChgLst>
    <pc:chgData name="MERT GÜNER" userId="S::mertguner@ogr365.iyte.edu.tr::ef41df9b-7808-49c8-8061-e64d37c8b2bf" providerId="AD" clId="Web-{029DC706-F86C-43AE-B97E-945F4E50427D}"/>
    <pc:docChg chg="addSld delSld modSld">
      <pc:chgData name="MERT GÜNER" userId="S::mertguner@ogr365.iyte.edu.tr::ef41df9b-7808-49c8-8061-e64d37c8b2bf" providerId="AD" clId="Web-{029DC706-F86C-43AE-B97E-945F4E50427D}" dt="2025-12-21T20:36:47.791" v="70"/>
      <pc:docMkLst>
        <pc:docMk/>
      </pc:docMkLst>
      <pc:sldChg chg="modSp addAnim modAnim">
        <pc:chgData name="MERT GÜNER" userId="S::mertguner@ogr365.iyte.edu.tr::ef41df9b-7808-49c8-8061-e64d37c8b2bf" providerId="AD" clId="Web-{029DC706-F86C-43AE-B97E-945F4E50427D}" dt="2025-12-21T20:16:59.864" v="61" actId="1076"/>
        <pc:sldMkLst>
          <pc:docMk/>
          <pc:sldMk cId="4035999904" sldId="264"/>
        </pc:sldMkLst>
        <pc:spChg chg="mod">
          <ac:chgData name="MERT GÜNER" userId="S::mertguner@ogr365.iyte.edu.tr::ef41df9b-7808-49c8-8061-e64d37c8b2bf" providerId="AD" clId="Web-{029DC706-F86C-43AE-B97E-945F4E50427D}" dt="2025-12-21T20:16:59.864" v="61" actId="1076"/>
          <ac:spMkLst>
            <pc:docMk/>
            <pc:sldMk cId="4035999904" sldId="264"/>
            <ac:spMk id="2" creationId="{79D6ABD7-04EA-4185-CA7F-9F317CAAC628}"/>
          </ac:spMkLst>
        </pc:spChg>
        <pc:spChg chg="mod">
          <ac:chgData name="MERT GÜNER" userId="S::mertguner@ogr365.iyte.edu.tr::ef41df9b-7808-49c8-8061-e64d37c8b2bf" providerId="AD" clId="Web-{029DC706-F86C-43AE-B97E-945F4E50427D}" dt="2025-12-21T20:05:14.153" v="3" actId="14100"/>
          <ac:spMkLst>
            <pc:docMk/>
            <pc:sldMk cId="4035999904" sldId="264"/>
            <ac:spMk id="3" creationId="{559C5201-913D-1497-F68C-82796976391D}"/>
          </ac:spMkLst>
        </pc:spChg>
        <pc:spChg chg="mod">
          <ac:chgData name="MERT GÜNER" userId="S::mertguner@ogr365.iyte.edu.tr::ef41df9b-7808-49c8-8061-e64d37c8b2bf" providerId="AD" clId="Web-{029DC706-F86C-43AE-B97E-945F4E50427D}" dt="2025-12-21T20:04:19.054" v="0" actId="1076"/>
          <ac:spMkLst>
            <pc:docMk/>
            <pc:sldMk cId="4035999904" sldId="264"/>
            <ac:spMk id="7" creationId="{6815D44F-982B-6AA1-FE70-0954B2BFB996}"/>
          </ac:spMkLst>
        </pc:spChg>
      </pc:sldChg>
      <pc:sldChg chg="addSp delSp modSp new">
        <pc:chgData name="MERT GÜNER" userId="S::mertguner@ogr365.iyte.edu.tr::ef41df9b-7808-49c8-8061-e64d37c8b2bf" providerId="AD" clId="Web-{029DC706-F86C-43AE-B97E-945F4E50427D}" dt="2025-12-21T20:21:41.029" v="68" actId="14100"/>
        <pc:sldMkLst>
          <pc:docMk/>
          <pc:sldMk cId="352376083" sldId="265"/>
        </pc:sldMkLst>
        <pc:spChg chg="del mod">
          <ac:chgData name="MERT GÜNER" userId="S::mertguner@ogr365.iyte.edu.tr::ef41df9b-7808-49c8-8061-e64d37c8b2bf" providerId="AD" clId="Web-{029DC706-F86C-43AE-B97E-945F4E50427D}" dt="2025-12-21T20:10:58.050" v="41"/>
          <ac:spMkLst>
            <pc:docMk/>
            <pc:sldMk cId="352376083" sldId="265"/>
            <ac:spMk id="2" creationId="{E6A5B7D6-FB61-EB19-FAB7-98AF652BCC00}"/>
          </ac:spMkLst>
        </pc:spChg>
        <pc:spChg chg="add del mod">
          <ac:chgData name="MERT GÜNER" userId="S::mertguner@ogr365.iyte.edu.tr::ef41df9b-7808-49c8-8061-e64d37c8b2bf" providerId="AD" clId="Web-{029DC706-F86C-43AE-B97E-945F4E50427D}" dt="2025-12-21T20:21:41.029" v="68" actId="14100"/>
          <ac:spMkLst>
            <pc:docMk/>
            <pc:sldMk cId="352376083" sldId="265"/>
            <ac:spMk id="3" creationId="{54758C41-CCF5-B08C-7C82-27EB8EFB13ED}"/>
          </ac:spMkLst>
        </pc:spChg>
        <pc:spChg chg="add del">
          <ac:chgData name="MERT GÜNER" userId="S::mertguner@ogr365.iyte.edu.tr::ef41df9b-7808-49c8-8061-e64d37c8b2bf" providerId="AD" clId="Web-{029DC706-F86C-43AE-B97E-945F4E50427D}" dt="2025-12-21T20:17:10.864" v="62"/>
          <ac:spMkLst>
            <pc:docMk/>
            <pc:sldMk cId="352376083" sldId="265"/>
            <ac:spMk id="6" creationId="{CF09E6F3-97BC-E0C0-E3D4-2A5EA32B267F}"/>
          </ac:spMkLst>
        </pc:spChg>
        <pc:spChg chg="add mod">
          <ac:chgData name="MERT GÜNER" userId="S::mertguner@ogr365.iyte.edu.tr::ef41df9b-7808-49c8-8061-e64d37c8b2bf" providerId="AD" clId="Web-{029DC706-F86C-43AE-B97E-945F4E50427D}" dt="2025-12-21T20:19:45.385" v="66" actId="14100"/>
          <ac:spMkLst>
            <pc:docMk/>
            <pc:sldMk cId="352376083" sldId="265"/>
            <ac:spMk id="7" creationId="{BE827B70-6833-89EB-1BDF-EC0D6994EFD5}"/>
          </ac:spMkLst>
        </pc:spChg>
        <pc:picChg chg="add del mod ord">
          <ac:chgData name="MERT GÜNER" userId="S::mertguner@ogr365.iyte.edu.tr::ef41df9b-7808-49c8-8061-e64d37c8b2bf" providerId="AD" clId="Web-{029DC706-F86C-43AE-B97E-945F4E50427D}" dt="2025-12-21T20:10:09.390" v="28"/>
          <ac:picMkLst>
            <pc:docMk/>
            <pc:sldMk cId="352376083" sldId="265"/>
            <ac:picMk id="4" creationId="{2E63E277-DA7F-1035-95B4-555C006C15AA}"/>
          </ac:picMkLst>
        </pc:picChg>
        <pc:picChg chg="add mod">
          <ac:chgData name="MERT GÜNER" userId="S::mertguner@ogr365.iyte.edu.tr::ef41df9b-7808-49c8-8061-e64d37c8b2bf" providerId="AD" clId="Web-{029DC706-F86C-43AE-B97E-945F4E50427D}" dt="2025-12-21T20:19:53.604" v="67" actId="1076"/>
          <ac:picMkLst>
            <pc:docMk/>
            <pc:sldMk cId="352376083" sldId="265"/>
            <ac:picMk id="5" creationId="{AE5A7D86-B145-4656-B26B-D283A51FA3BF}"/>
          </ac:picMkLst>
        </pc:picChg>
      </pc:sldChg>
      <pc:sldChg chg="addSp delSp modSp new del mod modClrScheme chgLayout">
        <pc:chgData name="MERT GÜNER" userId="S::mertguner@ogr365.iyte.edu.tr::ef41df9b-7808-49c8-8061-e64d37c8b2bf" providerId="AD" clId="Web-{029DC706-F86C-43AE-B97E-945F4E50427D}" dt="2025-12-21T20:09:59.812" v="23"/>
        <pc:sldMkLst>
          <pc:docMk/>
          <pc:sldMk cId="3050890079" sldId="265"/>
        </pc:sldMkLst>
        <pc:spChg chg="del mod">
          <ac:chgData name="MERT GÜNER" userId="S::mertguner@ogr365.iyte.edu.tr::ef41df9b-7808-49c8-8061-e64d37c8b2bf" providerId="AD" clId="Web-{029DC706-F86C-43AE-B97E-945F4E50427D}" dt="2025-12-21T20:08:28.936" v="10"/>
          <ac:spMkLst>
            <pc:docMk/>
            <pc:sldMk cId="3050890079" sldId="265"/>
            <ac:spMk id="2" creationId="{F2D3B4DC-F6BA-1AA6-F58E-A90036040DAB}"/>
          </ac:spMkLst>
        </pc:spChg>
        <pc:spChg chg="del">
          <ac:chgData name="MERT GÜNER" userId="S::mertguner@ogr365.iyte.edu.tr::ef41df9b-7808-49c8-8061-e64d37c8b2bf" providerId="AD" clId="Web-{029DC706-F86C-43AE-B97E-945F4E50427D}" dt="2025-12-21T20:08:20.077" v="7"/>
          <ac:spMkLst>
            <pc:docMk/>
            <pc:sldMk cId="3050890079" sldId="265"/>
            <ac:spMk id="3" creationId="{6378D6BD-791E-8B8B-CD2E-439806DEF4C6}"/>
          </ac:spMkLst>
        </pc:spChg>
        <pc:spChg chg="add del">
          <ac:chgData name="MERT GÜNER" userId="S::mertguner@ogr365.iyte.edu.tr::ef41df9b-7808-49c8-8061-e64d37c8b2bf" providerId="AD" clId="Web-{029DC706-F86C-43AE-B97E-945F4E50427D}" dt="2025-12-21T20:09:14.311" v="15"/>
          <ac:spMkLst>
            <pc:docMk/>
            <pc:sldMk cId="3050890079" sldId="265"/>
            <ac:spMk id="5" creationId="{59D4EBCB-3BAD-59D8-A856-714411E2110E}"/>
          </ac:spMkLst>
        </pc:spChg>
        <pc:spChg chg="add del mod ord">
          <ac:chgData name="MERT GÜNER" userId="S::mertguner@ogr365.iyte.edu.tr::ef41df9b-7808-49c8-8061-e64d37c8b2bf" providerId="AD" clId="Web-{029DC706-F86C-43AE-B97E-945F4E50427D}" dt="2025-12-21T20:09:31.952" v="17"/>
          <ac:spMkLst>
            <pc:docMk/>
            <pc:sldMk cId="3050890079" sldId="265"/>
            <ac:spMk id="6" creationId="{B5BF9591-8CED-9627-AFD6-26901A1DF649}"/>
          </ac:spMkLst>
        </pc:spChg>
        <pc:spChg chg="add del mod ord">
          <ac:chgData name="MERT GÜNER" userId="S::mertguner@ogr365.iyte.edu.tr::ef41df9b-7808-49c8-8061-e64d37c8b2bf" providerId="AD" clId="Web-{029DC706-F86C-43AE-B97E-945F4E50427D}" dt="2025-12-21T20:09:31.952" v="17"/>
          <ac:spMkLst>
            <pc:docMk/>
            <pc:sldMk cId="3050890079" sldId="265"/>
            <ac:spMk id="7" creationId="{BAA18638-7AD0-73BA-86D9-A5C78743AC2A}"/>
          </ac:spMkLst>
        </pc:spChg>
        <pc:spChg chg="add del mod ord">
          <ac:chgData name="MERT GÜNER" userId="S::mertguner@ogr365.iyte.edu.tr::ef41df9b-7808-49c8-8061-e64d37c8b2bf" providerId="AD" clId="Web-{029DC706-F86C-43AE-B97E-945F4E50427D}" dt="2025-12-21T20:09:53.999" v="21"/>
          <ac:spMkLst>
            <pc:docMk/>
            <pc:sldMk cId="3050890079" sldId="265"/>
            <ac:spMk id="8" creationId="{48EBF7B6-3DDF-025B-FC54-B514EA8614FC}"/>
          </ac:spMkLst>
        </pc:spChg>
        <pc:spChg chg="add del mod ord">
          <ac:chgData name="MERT GÜNER" userId="S::mertguner@ogr365.iyte.edu.tr::ef41df9b-7808-49c8-8061-e64d37c8b2bf" providerId="AD" clId="Web-{029DC706-F86C-43AE-B97E-945F4E50427D}" dt="2025-12-21T20:09:53.999" v="21"/>
          <ac:spMkLst>
            <pc:docMk/>
            <pc:sldMk cId="3050890079" sldId="265"/>
            <ac:spMk id="9" creationId="{BB0564EA-F022-9CD8-E499-48A955DD45E4}"/>
          </ac:spMkLst>
        </pc:spChg>
        <pc:spChg chg="add mod">
          <ac:chgData name="MERT GÜNER" userId="S::mertguner@ogr365.iyte.edu.tr::ef41df9b-7808-49c8-8061-e64d37c8b2bf" providerId="AD" clId="Web-{029DC706-F86C-43AE-B97E-945F4E50427D}" dt="2025-12-21T20:09:56.327" v="22"/>
          <ac:spMkLst>
            <pc:docMk/>
            <pc:sldMk cId="3050890079" sldId="265"/>
            <ac:spMk id="11" creationId="{EBB971EB-DADA-A481-0B51-6775F97ED359}"/>
          </ac:spMkLst>
        </pc:spChg>
        <pc:picChg chg="add del mod ord">
          <ac:chgData name="MERT GÜNER" userId="S::mertguner@ogr365.iyte.edu.tr::ef41df9b-7808-49c8-8061-e64d37c8b2bf" providerId="AD" clId="Web-{029DC706-F86C-43AE-B97E-945F4E50427D}" dt="2025-12-21T20:09:56.327" v="22"/>
          <ac:picMkLst>
            <pc:docMk/>
            <pc:sldMk cId="3050890079" sldId="265"/>
            <ac:picMk id="4" creationId="{1523BE57-D784-3911-240F-FEAD233CEC91}"/>
          </ac:picMkLst>
        </pc:picChg>
      </pc:sldChg>
      <pc:sldChg chg="new">
        <pc:chgData name="MERT GÜNER" userId="S::mertguner@ogr365.iyte.edu.tr::ef41df9b-7808-49c8-8061-e64d37c8b2bf" providerId="AD" clId="Web-{029DC706-F86C-43AE-B97E-945F4E50427D}" dt="2025-12-21T20:21:44.811" v="69"/>
        <pc:sldMkLst>
          <pc:docMk/>
          <pc:sldMk cId="882649958" sldId="266"/>
        </pc:sldMkLst>
      </pc:sldChg>
      <pc:sldChg chg="add del replId">
        <pc:chgData name="MERT GÜNER" userId="S::mertguner@ogr365.iyte.edu.tr::ef41df9b-7808-49c8-8061-e64d37c8b2bf" providerId="AD" clId="Web-{029DC706-F86C-43AE-B97E-945F4E50427D}" dt="2025-12-21T20:06:55.154" v="6"/>
        <pc:sldMkLst>
          <pc:docMk/>
          <pc:sldMk cId="4151637795" sldId="266"/>
        </pc:sldMkLst>
      </pc:sldChg>
      <pc:sldChg chg="new">
        <pc:chgData name="MERT GÜNER" userId="S::mertguner@ogr365.iyte.edu.tr::ef41df9b-7808-49c8-8061-e64d37c8b2bf" providerId="AD" clId="Web-{029DC706-F86C-43AE-B97E-945F4E50427D}" dt="2025-12-21T20:36:47.791" v="70"/>
        <pc:sldMkLst>
          <pc:docMk/>
          <pc:sldMk cId="514039425" sldId="267"/>
        </pc:sldMkLst>
      </pc:sldChg>
    </pc:docChg>
  </pc:docChgLst>
  <pc:docChgLst>
    <pc:chgData name="MERT GÜNER" userId="S::mertguner@ogr365.iyte.edu.tr::ef41df9b-7808-49c8-8061-e64d37c8b2bf" providerId="AD" clId="Web-{5FB1B042-7E36-47DF-96CE-F4AE419E5DA4}"/>
    <pc:docChg chg="modSld">
      <pc:chgData name="MERT GÜNER" userId="S::mertguner@ogr365.iyte.edu.tr::ef41df9b-7808-49c8-8061-e64d37c8b2bf" providerId="AD" clId="Web-{5FB1B042-7E36-47DF-96CE-F4AE419E5DA4}" dt="2025-12-21T23:31:31.158" v="10"/>
      <pc:docMkLst>
        <pc:docMk/>
      </pc:docMkLst>
      <pc:sldChg chg="addAnim modAnim">
        <pc:chgData name="MERT GÜNER" userId="S::mertguner@ogr365.iyte.edu.tr::ef41df9b-7808-49c8-8061-e64d37c8b2bf" providerId="AD" clId="Web-{5FB1B042-7E36-47DF-96CE-F4AE419E5DA4}" dt="2025-12-21T23:31:31.158" v="10"/>
        <pc:sldMkLst>
          <pc:docMk/>
          <pc:sldMk cId="3019003468" sldId="269"/>
        </pc:sldMkLst>
      </pc:sldChg>
    </pc:docChg>
  </pc:docChgLst>
  <pc:docChgLst>
    <pc:chgData name="MERT GÜNER" userId="S::mertguner@ogr365.iyte.edu.tr::ef41df9b-7808-49c8-8061-e64d37c8b2bf" providerId="AD" clId="Web-{90CB0837-B4EA-4165-8938-8C63D56FB67C}"/>
    <pc:docChg chg="addSld delSld modSld addMainMaster delMainMaster">
      <pc:chgData name="MERT GÜNER" userId="S::mertguner@ogr365.iyte.edu.tr::ef41df9b-7808-49c8-8061-e64d37c8b2bf" providerId="AD" clId="Web-{90CB0837-B4EA-4165-8938-8C63D56FB67C}" dt="2025-12-21T13:34:07.251" v="30"/>
      <pc:docMkLst>
        <pc:docMk/>
      </pc:docMkLst>
      <pc:sldChg chg="addSp modSp del mod setBg modClrScheme setClrOvrMap chgLayout">
        <pc:chgData name="MERT GÜNER" userId="S::mertguner@ogr365.iyte.edu.tr::ef41df9b-7808-49c8-8061-e64d37c8b2bf" providerId="AD" clId="Web-{90CB0837-B4EA-4165-8938-8C63D56FB67C}" dt="2025-12-21T13:31:28.085" v="3"/>
        <pc:sldMkLst>
          <pc:docMk/>
          <pc:sldMk cId="1674425800" sldId="256"/>
        </pc:sldMkLst>
        <pc:spChg chg="mod">
          <ac:chgData name="MERT GÜNER" userId="S::mertguner@ogr365.iyte.edu.tr::ef41df9b-7808-49c8-8061-e64d37c8b2bf" providerId="AD" clId="Web-{90CB0837-B4EA-4165-8938-8C63D56FB67C}" dt="2025-12-21T13:31:13.804" v="0"/>
          <ac:spMkLst>
            <pc:docMk/>
            <pc:sldMk cId="1674425800" sldId="256"/>
            <ac:spMk id="2" creationId="{00000000-0000-0000-0000-000000000000}"/>
          </ac:spMkLst>
        </pc:spChg>
        <pc:spChg chg="mod">
          <ac:chgData name="MERT GÜNER" userId="S::mertguner@ogr365.iyte.edu.tr::ef41df9b-7808-49c8-8061-e64d37c8b2bf" providerId="AD" clId="Web-{90CB0837-B4EA-4165-8938-8C63D56FB67C}" dt="2025-12-21T13:31:13.804" v="0"/>
          <ac:spMkLst>
            <pc:docMk/>
            <pc:sldMk cId="1674425800" sldId="256"/>
            <ac:spMk id="3" creationId="{00000000-0000-0000-0000-000000000000}"/>
          </ac:spMkLst>
        </pc:spChg>
        <pc:spChg chg="add">
          <ac:chgData name="MERT GÜNER" userId="S::mertguner@ogr365.iyte.edu.tr::ef41df9b-7808-49c8-8061-e64d37c8b2bf" providerId="AD" clId="Web-{90CB0837-B4EA-4165-8938-8C63D56FB67C}" dt="2025-12-21T13:31:13.804" v="0"/>
          <ac:spMkLst>
            <pc:docMk/>
            <pc:sldMk cId="1674425800" sldId="256"/>
            <ac:spMk id="9" creationId="{657F69E0-C4B0-4BEC-A689-4F8D877F05D4}"/>
          </ac:spMkLst>
        </pc:spChg>
        <pc:spChg chg="add">
          <ac:chgData name="MERT GÜNER" userId="S::mertguner@ogr365.iyte.edu.tr::ef41df9b-7808-49c8-8061-e64d37c8b2bf" providerId="AD" clId="Web-{90CB0837-B4EA-4165-8938-8C63D56FB67C}" dt="2025-12-21T13:31:13.804" v="0"/>
          <ac:spMkLst>
            <pc:docMk/>
            <pc:sldMk cId="1674425800" sldId="256"/>
            <ac:spMk id="11" creationId="{9F6380B4-6A1C-481E-8408-B4E6C75B9B81}"/>
          </ac:spMkLst>
        </pc:spChg>
        <pc:picChg chg="add">
          <ac:chgData name="MERT GÜNER" userId="S::mertguner@ogr365.iyte.edu.tr::ef41df9b-7808-49c8-8061-e64d37c8b2bf" providerId="AD" clId="Web-{90CB0837-B4EA-4165-8938-8C63D56FB67C}" dt="2025-12-21T13:31:13.804" v="0"/>
          <ac:picMkLst>
            <pc:docMk/>
            <pc:sldMk cId="1674425800" sldId="256"/>
            <ac:picMk id="4" creationId="{B2751E40-DB42-9986-07A3-3E2B448E2078}"/>
          </ac:picMkLst>
        </pc:picChg>
      </pc:sldChg>
      <pc:sldChg chg="addSp delSp modSp new mod setBg modClrScheme setClrOvrMap chgLayout">
        <pc:chgData name="MERT GÜNER" userId="S::mertguner@ogr365.iyte.edu.tr::ef41df9b-7808-49c8-8061-e64d37c8b2bf" providerId="AD" clId="Web-{90CB0837-B4EA-4165-8938-8C63D56FB67C}" dt="2025-12-21T13:34:07.251" v="30"/>
        <pc:sldMkLst>
          <pc:docMk/>
          <pc:sldMk cId="2478925537" sldId="256"/>
        </pc:sldMkLst>
        <pc:spChg chg="mod">
          <ac:chgData name="MERT GÜNER" userId="S::mertguner@ogr365.iyte.edu.tr::ef41df9b-7808-49c8-8061-e64d37c8b2bf" providerId="AD" clId="Web-{90CB0837-B4EA-4165-8938-8C63D56FB67C}" dt="2025-12-21T13:34:07.251" v="30"/>
          <ac:spMkLst>
            <pc:docMk/>
            <pc:sldMk cId="2478925537" sldId="256"/>
            <ac:spMk id="2" creationId="{4C7FE232-E76D-22E1-CBD0-5725DDFB9F46}"/>
          </ac:spMkLst>
        </pc:spChg>
        <pc:spChg chg="mod">
          <ac:chgData name="MERT GÜNER" userId="S::mertguner@ogr365.iyte.edu.tr::ef41df9b-7808-49c8-8061-e64d37c8b2bf" providerId="AD" clId="Web-{90CB0837-B4EA-4165-8938-8C63D56FB67C}" dt="2025-12-21T13:34:07.251" v="30"/>
          <ac:spMkLst>
            <pc:docMk/>
            <pc:sldMk cId="2478925537" sldId="256"/>
            <ac:spMk id="3" creationId="{17C4D250-426D-C605-5BFB-0E18838C6E53}"/>
          </ac:spMkLst>
        </pc:spChg>
        <pc:spChg chg="add del">
          <ac:chgData name="MERT GÜNER" userId="S::mertguner@ogr365.iyte.edu.tr::ef41df9b-7808-49c8-8061-e64d37c8b2bf" providerId="AD" clId="Web-{90CB0837-B4EA-4165-8938-8C63D56FB67C}" dt="2025-12-21T13:32:42.464" v="10"/>
          <ac:spMkLst>
            <pc:docMk/>
            <pc:sldMk cId="2478925537" sldId="256"/>
            <ac:spMk id="5" creationId="{8930EBA3-4D2E-42E8-B828-834555328D85}"/>
          </ac:spMkLst>
        </pc:spChg>
        <pc:spChg chg="add del">
          <ac:chgData name="MERT GÜNER" userId="S::mertguner@ogr365.iyte.edu.tr::ef41df9b-7808-49c8-8061-e64d37c8b2bf" providerId="AD" clId="Web-{90CB0837-B4EA-4165-8938-8C63D56FB67C}" dt="2025-12-21T13:32:42.464" v="10"/>
          <ac:spMkLst>
            <pc:docMk/>
            <pc:sldMk cId="2478925537" sldId="256"/>
            <ac:spMk id="6" creationId="{E58B2195-5055-402F-A3E7-53FF0E4980C3}"/>
          </ac:spMkLst>
        </pc:spChg>
        <pc:spChg chg="add del">
          <ac:chgData name="MERT GÜNER" userId="S::mertguner@ogr365.iyte.edu.tr::ef41df9b-7808-49c8-8061-e64d37c8b2bf" providerId="AD" clId="Web-{90CB0837-B4EA-4165-8938-8C63D56FB67C}" dt="2025-12-21T13:34:07.251" v="30"/>
          <ac:spMkLst>
            <pc:docMk/>
            <pc:sldMk cId="2478925537" sldId="256"/>
            <ac:spMk id="8" creationId="{D3F13AAF-525E-4953-A67E-7B34FDB4D899}"/>
          </ac:spMkLst>
        </pc:spChg>
        <pc:spChg chg="add del">
          <ac:chgData name="MERT GÜNER" userId="S::mertguner@ogr365.iyte.edu.tr::ef41df9b-7808-49c8-8061-e64d37c8b2bf" providerId="AD" clId="Web-{90CB0837-B4EA-4165-8938-8C63D56FB67C}" dt="2025-12-21T13:32:28.072" v="8"/>
          <ac:spMkLst>
            <pc:docMk/>
            <pc:sldMk cId="2478925537" sldId="256"/>
            <ac:spMk id="9" creationId="{80B98925-0550-1AFB-C1DC-02792400FB71}"/>
          </ac:spMkLst>
        </pc:spChg>
        <pc:spChg chg="add del">
          <ac:chgData name="MERT GÜNER" userId="S::mertguner@ogr365.iyte.edu.tr::ef41df9b-7808-49c8-8061-e64d37c8b2bf" providerId="AD" clId="Web-{90CB0837-B4EA-4165-8938-8C63D56FB67C}" dt="2025-12-21T13:32:28.072" v="8"/>
          <ac:spMkLst>
            <pc:docMk/>
            <pc:sldMk cId="2478925537" sldId="256"/>
            <ac:spMk id="11" creationId="{0CCA9273-E74E-A306-1F74-BEF9EDA30500}"/>
          </ac:spMkLst>
        </pc:spChg>
        <pc:spChg chg="add del">
          <ac:chgData name="MERT GÜNER" userId="S::mertguner@ogr365.iyte.edu.tr::ef41df9b-7808-49c8-8061-e64d37c8b2bf" providerId="AD" clId="Web-{90CB0837-B4EA-4165-8938-8C63D56FB67C}" dt="2025-12-21T13:32:42.464" v="10"/>
          <ac:spMkLst>
            <pc:docMk/>
            <pc:sldMk cId="2478925537" sldId="256"/>
            <ac:spMk id="13" creationId="{528AA953-F4F9-4DC5-97C7-491F4AF937DC}"/>
          </ac:spMkLst>
        </pc:spChg>
        <pc:spChg chg="add del">
          <ac:chgData name="MERT GÜNER" userId="S::mertguner@ogr365.iyte.edu.tr::ef41df9b-7808-49c8-8061-e64d37c8b2bf" providerId="AD" clId="Web-{90CB0837-B4EA-4165-8938-8C63D56FB67C}" dt="2025-12-21T13:34:07.235" v="29"/>
          <ac:spMkLst>
            <pc:docMk/>
            <pc:sldMk cId="2478925537" sldId="256"/>
            <ac:spMk id="14" creationId="{1F4CD6D0-88B6-45F4-AC60-54587D3C92A0}"/>
          </ac:spMkLst>
        </pc:spChg>
        <pc:spChg chg="add del">
          <ac:chgData name="MERT GÜNER" userId="S::mertguner@ogr365.iyte.edu.tr::ef41df9b-7808-49c8-8061-e64d37c8b2bf" providerId="AD" clId="Web-{90CB0837-B4EA-4165-8938-8C63D56FB67C}" dt="2025-12-21T13:34:07.235" v="29"/>
          <ac:spMkLst>
            <pc:docMk/>
            <pc:sldMk cId="2478925537" sldId="256"/>
            <ac:spMk id="15" creationId="{3092D32E-B1E6-4335-BD86-8461882A79A5}"/>
          </ac:spMkLst>
        </pc:spChg>
        <pc:spChg chg="add del">
          <ac:chgData name="MERT GÜNER" userId="S::mertguner@ogr365.iyte.edu.tr::ef41df9b-7808-49c8-8061-e64d37c8b2bf" providerId="AD" clId="Web-{90CB0837-B4EA-4165-8938-8C63D56FB67C}" dt="2025-12-21T13:34:04.688" v="27"/>
          <ac:spMkLst>
            <pc:docMk/>
            <pc:sldMk cId="2478925537" sldId="256"/>
            <ac:spMk id="17" creationId="{1F4CD6D0-88B6-45F4-AC60-54587D3C92A0}"/>
          </ac:spMkLst>
        </pc:spChg>
        <pc:spChg chg="add">
          <ac:chgData name="MERT GÜNER" userId="S::mertguner@ogr365.iyte.edu.tr::ef41df9b-7808-49c8-8061-e64d37c8b2bf" providerId="AD" clId="Web-{90CB0837-B4EA-4165-8938-8C63D56FB67C}" dt="2025-12-21T13:34:07.251" v="30"/>
          <ac:spMkLst>
            <pc:docMk/>
            <pc:sldMk cId="2478925537" sldId="256"/>
            <ac:spMk id="18" creationId="{0FA27539-4286-4FA8-9DA6-7CF237447C8D}"/>
          </ac:spMkLst>
        </pc:spChg>
        <pc:spChg chg="add del">
          <ac:chgData name="MERT GÜNER" userId="S::mertguner@ogr365.iyte.edu.tr::ef41df9b-7808-49c8-8061-e64d37c8b2bf" providerId="AD" clId="Web-{90CB0837-B4EA-4165-8938-8C63D56FB67C}" dt="2025-12-21T13:34:04.688" v="27"/>
          <ac:spMkLst>
            <pc:docMk/>
            <pc:sldMk cId="2478925537" sldId="256"/>
            <ac:spMk id="19" creationId="{3092D32E-B1E6-4335-BD86-8461882A79A5}"/>
          </ac:spMkLst>
        </pc:spChg>
        <pc:grpChg chg="add del">
          <ac:chgData name="MERT GÜNER" userId="S::mertguner@ogr365.iyte.edu.tr::ef41df9b-7808-49c8-8061-e64d37c8b2bf" providerId="AD" clId="Web-{90CB0837-B4EA-4165-8938-8C63D56FB67C}" dt="2025-12-21T13:34:07.235" v="29"/>
          <ac:grpSpMkLst>
            <pc:docMk/>
            <pc:sldMk cId="2478925537" sldId="256"/>
            <ac:grpSpMk id="16" creationId="{DF3051BA-EC19-4D8D-B5E3-10AF20026F03}"/>
          </ac:grpSpMkLst>
        </pc:grpChg>
        <pc:grpChg chg="add del">
          <ac:chgData name="MERT GÜNER" userId="S::mertguner@ogr365.iyte.edu.tr::ef41df9b-7808-49c8-8061-e64d37c8b2bf" providerId="AD" clId="Web-{90CB0837-B4EA-4165-8938-8C63D56FB67C}" dt="2025-12-21T13:34:04.688" v="27"/>
          <ac:grpSpMkLst>
            <pc:docMk/>
            <pc:sldMk cId="2478925537" sldId="256"/>
            <ac:grpSpMk id="21" creationId="{53D83BC4-A03A-4B80-BE2E-AB1542ABAD46}"/>
          </ac:grpSpMkLst>
        </pc:grpChg>
        <pc:picChg chg="add del">
          <ac:chgData name="MERT GÜNER" userId="S::mertguner@ogr365.iyte.edu.tr::ef41df9b-7808-49c8-8061-e64d37c8b2bf" providerId="AD" clId="Web-{90CB0837-B4EA-4165-8938-8C63D56FB67C}" dt="2025-12-21T13:32:28.072" v="8"/>
          <ac:picMkLst>
            <pc:docMk/>
            <pc:sldMk cId="2478925537" sldId="256"/>
            <ac:picMk id="4" creationId="{0852C38D-46D8-4D54-382C-F59B8E5AD921}"/>
          </ac:picMkLst>
        </pc:picChg>
        <pc:picChg chg="add del">
          <ac:chgData name="MERT GÜNER" userId="S::mertguner@ogr365.iyte.edu.tr::ef41df9b-7808-49c8-8061-e64d37c8b2bf" providerId="AD" clId="Web-{90CB0837-B4EA-4165-8938-8C63D56FB67C}" dt="2025-12-21T13:32:42.464" v="10"/>
          <ac:picMkLst>
            <pc:docMk/>
            <pc:sldMk cId="2478925537" sldId="256"/>
            <ac:picMk id="7" creationId="{D1F96CB5-D938-F435-7550-0DD571F215E9}"/>
          </ac:picMkLst>
        </pc:picChg>
        <pc:picChg chg="add mod ord">
          <ac:chgData name="MERT GÜNER" userId="S::mertguner@ogr365.iyte.edu.tr::ef41df9b-7808-49c8-8061-e64d37c8b2bf" providerId="AD" clId="Web-{90CB0837-B4EA-4165-8938-8C63D56FB67C}" dt="2025-12-21T13:34:07.251" v="30"/>
          <ac:picMkLst>
            <pc:docMk/>
            <pc:sldMk cId="2478925537" sldId="256"/>
            <ac:picMk id="10" creationId="{2857A079-E34D-81C7-F3E1-C87D41FFEC32}"/>
          </ac:picMkLst>
        </pc:picChg>
        <pc:cxnChg chg="add del">
          <ac:chgData name="MERT GÜNER" userId="S::mertguner@ogr365.iyte.edu.tr::ef41df9b-7808-49c8-8061-e64d37c8b2bf" providerId="AD" clId="Web-{90CB0837-B4EA-4165-8938-8C63D56FB67C}" dt="2025-12-21T13:34:07.251" v="30"/>
          <ac:cxnSpMkLst>
            <pc:docMk/>
            <pc:sldMk cId="2478925537" sldId="256"/>
            <ac:cxnSpMk id="12" creationId="{32E97E5C-7A5F-424E-AAE4-654396E90799}"/>
          </ac:cxnSpMkLst>
        </pc:cxnChg>
        <pc:cxnChg chg="add">
          <ac:chgData name="MERT GÜNER" userId="S::mertguner@ogr365.iyte.edu.tr::ef41df9b-7808-49c8-8061-e64d37c8b2bf" providerId="AD" clId="Web-{90CB0837-B4EA-4165-8938-8C63D56FB67C}" dt="2025-12-21T13:34:07.251" v="30"/>
          <ac:cxnSpMkLst>
            <pc:docMk/>
            <pc:sldMk cId="2478925537" sldId="256"/>
            <ac:cxnSpMk id="20" creationId="{C5E74535-9C0E-4211-B088-610AD56262A4}"/>
          </ac:cxnSpMkLst>
        </pc:cxnChg>
      </pc:sldChg>
      <pc:sldChg chg="new del">
        <pc:chgData name="MERT GÜNER" userId="S::mertguner@ogr365.iyte.edu.tr::ef41df9b-7808-49c8-8061-e64d37c8b2bf" providerId="AD" clId="Web-{90CB0837-B4EA-4165-8938-8C63D56FB67C}" dt="2025-12-21T13:31:35.569" v="4"/>
        <pc:sldMkLst>
          <pc:docMk/>
          <pc:sldMk cId="1530964111" sldId="257"/>
        </pc:sldMkLst>
      </pc:sldChg>
      <pc:sldChg chg="addSp delSp modSp new mod setBg">
        <pc:chgData name="MERT GÜNER" userId="S::mertguner@ogr365.iyte.edu.tr::ef41df9b-7808-49c8-8061-e64d37c8b2bf" providerId="AD" clId="Web-{90CB0837-B4EA-4165-8938-8C63D56FB67C}" dt="2025-12-21T13:33:21.967" v="25"/>
        <pc:sldMkLst>
          <pc:docMk/>
          <pc:sldMk cId="4210001262" sldId="257"/>
        </pc:sldMkLst>
        <pc:spChg chg="mod">
          <ac:chgData name="MERT GÜNER" userId="S::mertguner@ogr365.iyte.edu.tr::ef41df9b-7808-49c8-8061-e64d37c8b2bf" providerId="AD" clId="Web-{90CB0837-B4EA-4165-8938-8C63D56FB67C}" dt="2025-12-21T13:33:21.967" v="25"/>
          <ac:spMkLst>
            <pc:docMk/>
            <pc:sldMk cId="4210001262" sldId="257"/>
            <ac:spMk id="2" creationId="{EB0BF78C-CABD-4E2C-F248-F81E32342D05}"/>
          </ac:spMkLst>
        </pc:spChg>
        <pc:spChg chg="add del mod">
          <ac:chgData name="MERT GÜNER" userId="S::mertguner@ogr365.iyte.edu.tr::ef41df9b-7808-49c8-8061-e64d37c8b2bf" providerId="AD" clId="Web-{90CB0837-B4EA-4165-8938-8C63D56FB67C}" dt="2025-12-21T13:33:21.967" v="25"/>
          <ac:spMkLst>
            <pc:docMk/>
            <pc:sldMk cId="4210001262" sldId="257"/>
            <ac:spMk id="3" creationId="{30E9305B-744E-FF2A-A772-6E61C8C58B6B}"/>
          </ac:spMkLst>
        </pc:spChg>
        <pc:spChg chg="add del">
          <ac:chgData name="MERT GÜNER" userId="S::mertguner@ogr365.iyte.edu.tr::ef41df9b-7808-49c8-8061-e64d37c8b2bf" providerId="AD" clId="Web-{90CB0837-B4EA-4165-8938-8C63D56FB67C}" dt="2025-12-21T13:33:11.232" v="18"/>
          <ac:spMkLst>
            <pc:docMk/>
            <pc:sldMk cId="4210001262" sldId="257"/>
            <ac:spMk id="6" creationId="{6D2D76E3-BBAC-4D3C-9314-D3076FA9051A}"/>
          </ac:spMkLst>
        </pc:spChg>
        <pc:spChg chg="add del">
          <ac:chgData name="MERT GÜNER" userId="S::mertguner@ogr365.iyte.edu.tr::ef41df9b-7808-49c8-8061-e64d37c8b2bf" providerId="AD" clId="Web-{90CB0837-B4EA-4165-8938-8C63D56FB67C}" dt="2025-12-21T13:33:03.372" v="14"/>
          <ac:spMkLst>
            <pc:docMk/>
            <pc:sldMk cId="4210001262" sldId="257"/>
            <ac:spMk id="8" creationId="{3D2EE047-566C-48D4-9F44-4BB3B58FB300}"/>
          </ac:spMkLst>
        </pc:spChg>
        <pc:spChg chg="add del">
          <ac:chgData name="MERT GÜNER" userId="S::mertguner@ogr365.iyte.edu.tr::ef41df9b-7808-49c8-8061-e64d37c8b2bf" providerId="AD" clId="Web-{90CB0837-B4EA-4165-8938-8C63D56FB67C}" dt="2025-12-21T13:33:13.701" v="20"/>
          <ac:spMkLst>
            <pc:docMk/>
            <pc:sldMk cId="4210001262" sldId="257"/>
            <ac:spMk id="9" creationId="{3D2EE047-566C-48D4-9F44-4BB3B58FB300}"/>
          </ac:spMkLst>
        </pc:spChg>
        <pc:spChg chg="add del">
          <ac:chgData name="MERT GÜNER" userId="S::mertguner@ogr365.iyte.edu.tr::ef41df9b-7808-49c8-8061-e64d37c8b2bf" providerId="AD" clId="Web-{90CB0837-B4EA-4165-8938-8C63D56FB67C}" dt="2025-12-21T13:33:19.545" v="22"/>
          <ac:spMkLst>
            <pc:docMk/>
            <pc:sldMk cId="4210001262" sldId="257"/>
            <ac:spMk id="16" creationId="{CA5B2A81-2C8E-4963-AFD4-E539D168B475}"/>
          </ac:spMkLst>
        </pc:spChg>
        <pc:spChg chg="add del">
          <ac:chgData name="MERT GÜNER" userId="S::mertguner@ogr365.iyte.edu.tr::ef41df9b-7808-49c8-8061-e64d37c8b2bf" providerId="AD" clId="Web-{90CB0837-B4EA-4165-8938-8C63D56FB67C}" dt="2025-12-21T13:33:21.951" v="24"/>
          <ac:spMkLst>
            <pc:docMk/>
            <pc:sldMk cId="4210001262" sldId="257"/>
            <ac:spMk id="22" creationId="{2E61ADD4-967B-4465-8688-0530A73F6F2A}"/>
          </ac:spMkLst>
        </pc:spChg>
        <pc:spChg chg="add">
          <ac:chgData name="MERT GÜNER" userId="S::mertguner@ogr365.iyte.edu.tr::ef41df9b-7808-49c8-8061-e64d37c8b2bf" providerId="AD" clId="Web-{90CB0837-B4EA-4165-8938-8C63D56FB67C}" dt="2025-12-21T13:33:21.967" v="25"/>
          <ac:spMkLst>
            <pc:docMk/>
            <pc:sldMk cId="4210001262" sldId="257"/>
            <ac:spMk id="24" creationId="{3D2EE047-566C-48D4-9F44-4BB3B58FB300}"/>
          </ac:spMkLst>
        </pc:spChg>
        <pc:grpChg chg="add del">
          <ac:chgData name="MERT GÜNER" userId="S::mertguner@ogr365.iyte.edu.tr::ef41df9b-7808-49c8-8061-e64d37c8b2bf" providerId="AD" clId="Web-{90CB0837-B4EA-4165-8938-8C63D56FB67C}" dt="2025-12-21T13:33:11.232" v="18"/>
          <ac:grpSpMkLst>
            <pc:docMk/>
            <pc:sldMk cId="4210001262" sldId="257"/>
            <ac:grpSpMk id="7" creationId="{75C945D9-C3DE-4D90-9F29-7BE223AAF113}"/>
          </ac:grpSpMkLst>
        </pc:grpChg>
        <pc:grpChg chg="add del">
          <ac:chgData name="MERT GÜNER" userId="S::mertguner@ogr365.iyte.edu.tr::ef41df9b-7808-49c8-8061-e64d37c8b2bf" providerId="AD" clId="Web-{90CB0837-B4EA-4165-8938-8C63D56FB67C}" dt="2025-12-21T13:33:03.372" v="14"/>
          <ac:grpSpMkLst>
            <pc:docMk/>
            <pc:sldMk cId="4210001262" sldId="257"/>
            <ac:grpSpMk id="10" creationId="{B48EE24C-0DEE-4852-98D1-766934BDAAA2}"/>
          </ac:grpSpMkLst>
        </pc:grpChg>
        <pc:grpChg chg="add del">
          <ac:chgData name="MERT GÜNER" userId="S::mertguner@ogr365.iyte.edu.tr::ef41df9b-7808-49c8-8061-e64d37c8b2bf" providerId="AD" clId="Web-{90CB0837-B4EA-4165-8938-8C63D56FB67C}" dt="2025-12-21T13:33:19.545" v="22"/>
          <ac:grpSpMkLst>
            <pc:docMk/>
            <pc:sldMk cId="4210001262" sldId="257"/>
            <ac:grpSpMk id="17" creationId="{9494E066-0146-46E9-BAF1-C33240ABA294}"/>
          </ac:grpSpMkLst>
        </pc:grpChg>
        <pc:grpChg chg="add del">
          <ac:chgData name="MERT GÜNER" userId="S::mertguner@ogr365.iyte.edu.tr::ef41df9b-7808-49c8-8061-e64d37c8b2bf" providerId="AD" clId="Web-{90CB0837-B4EA-4165-8938-8C63D56FB67C}" dt="2025-12-21T13:33:19.545" v="22"/>
          <ac:grpSpMkLst>
            <pc:docMk/>
            <pc:sldMk cId="4210001262" sldId="257"/>
            <ac:grpSpMk id="20" creationId="{466BD917-8B7F-425F-B73C-5B9A2F1C12CF}"/>
          </ac:grpSpMkLst>
        </pc:grpChg>
        <pc:grpChg chg="add del">
          <ac:chgData name="MERT GÜNER" userId="S::mertguner@ogr365.iyte.edu.tr::ef41df9b-7808-49c8-8061-e64d37c8b2bf" providerId="AD" clId="Web-{90CB0837-B4EA-4165-8938-8C63D56FB67C}" dt="2025-12-21T13:33:21.951" v="24"/>
          <ac:grpSpMkLst>
            <pc:docMk/>
            <pc:sldMk cId="4210001262" sldId="257"/>
            <ac:grpSpMk id="21" creationId="{9494E066-0146-46E9-BAF1-C33240ABA294}"/>
          </ac:grpSpMkLst>
        </pc:grpChg>
        <pc:grpChg chg="add">
          <ac:chgData name="MERT GÜNER" userId="S::mertguner@ogr365.iyte.edu.tr::ef41df9b-7808-49c8-8061-e64d37c8b2bf" providerId="AD" clId="Web-{90CB0837-B4EA-4165-8938-8C63D56FB67C}" dt="2025-12-21T13:33:21.967" v="25"/>
          <ac:grpSpMkLst>
            <pc:docMk/>
            <pc:sldMk cId="4210001262" sldId="257"/>
            <ac:grpSpMk id="25" creationId="{B48EE24C-0DEE-4852-98D1-766934BDAAA2}"/>
          </ac:grpSpMkLst>
        </pc:grpChg>
        <pc:grpChg chg="add del">
          <ac:chgData name="MERT GÜNER" userId="S::mertguner@ogr365.iyte.edu.tr::ef41df9b-7808-49c8-8061-e64d37c8b2bf" providerId="AD" clId="Web-{90CB0837-B4EA-4165-8938-8C63D56FB67C}" dt="2025-12-21T13:33:11.232" v="18"/>
          <ac:grpSpMkLst>
            <pc:docMk/>
            <pc:sldMk cId="4210001262" sldId="257"/>
            <ac:grpSpMk id="55" creationId="{55C23123-3C5C-4A8B-AD1C-138D7B73D8D9}"/>
          </ac:grpSpMkLst>
        </pc:grpChg>
        <pc:cxnChg chg="add del">
          <ac:chgData name="MERT GÜNER" userId="S::mertguner@ogr365.iyte.edu.tr::ef41df9b-7808-49c8-8061-e64d37c8b2bf" providerId="AD" clId="Web-{90CB0837-B4EA-4165-8938-8C63D56FB67C}" dt="2025-12-21T13:33:05.825" v="16"/>
          <ac:cxnSpMkLst>
            <pc:docMk/>
            <pc:sldMk cId="4210001262" sldId="257"/>
            <ac:cxnSpMk id="5" creationId="{653B9D3A-F8F6-4354-8088-6E520C2A64FC}"/>
          </ac:cxnSpMkLst>
        </pc:cxnChg>
        <pc:cxnChg chg="add del">
          <ac:chgData name="MERT GÜNER" userId="S::mertguner@ogr365.iyte.edu.tr::ef41df9b-7808-49c8-8061-e64d37c8b2bf" providerId="AD" clId="Web-{90CB0837-B4EA-4165-8938-8C63D56FB67C}" dt="2025-12-21T13:33:19.545" v="22"/>
          <ac:cxnSpMkLst>
            <pc:docMk/>
            <pc:sldMk cId="4210001262" sldId="257"/>
            <ac:cxnSpMk id="15" creationId="{AE0C0B2A-3FD1-4235-A16E-0ED1E028A93E}"/>
          </ac:cxnSpMkLst>
        </pc:cxnChg>
        <pc:cxnChg chg="add del">
          <ac:chgData name="MERT GÜNER" userId="S::mertguner@ogr365.iyte.edu.tr::ef41df9b-7808-49c8-8061-e64d37c8b2bf" providerId="AD" clId="Web-{90CB0837-B4EA-4165-8938-8C63D56FB67C}" dt="2025-12-21T13:33:19.545" v="22"/>
          <ac:cxnSpMkLst>
            <pc:docMk/>
            <pc:sldMk cId="4210001262" sldId="257"/>
            <ac:cxnSpMk id="18" creationId="{ADEE229A-FA2F-41CD-AB19-7E8FA9B69776}"/>
          </ac:cxnSpMkLst>
        </pc:cxnChg>
        <pc:cxnChg chg="add del">
          <ac:chgData name="MERT GÜNER" userId="S::mertguner@ogr365.iyte.edu.tr::ef41df9b-7808-49c8-8061-e64d37c8b2bf" providerId="AD" clId="Web-{90CB0837-B4EA-4165-8938-8C63D56FB67C}" dt="2025-12-21T13:33:21.951" v="24"/>
          <ac:cxnSpMkLst>
            <pc:docMk/>
            <pc:sldMk cId="4210001262" sldId="257"/>
            <ac:cxnSpMk id="19" creationId="{AE0C0B2A-3FD1-4235-A16E-0ED1E028A93E}"/>
          </ac:cxnSpMkLst>
        </pc:cxnChg>
        <pc:cxnChg chg="add del">
          <ac:chgData name="MERT GÜNER" userId="S::mertguner@ogr365.iyte.edu.tr::ef41df9b-7808-49c8-8061-e64d37c8b2bf" providerId="AD" clId="Web-{90CB0837-B4EA-4165-8938-8C63D56FB67C}" dt="2025-12-21T13:33:21.951" v="24"/>
          <ac:cxnSpMkLst>
            <pc:docMk/>
            <pc:sldMk cId="4210001262" sldId="257"/>
            <ac:cxnSpMk id="23" creationId="{52A8EF8A-6DD1-434A-9E4F-EFD86A15E5AD}"/>
          </ac:cxnSpMkLst>
        </pc:cxnChg>
        <pc:cxnChg chg="add del">
          <ac:chgData name="MERT GÜNER" userId="S::mertguner@ogr365.iyte.edu.tr::ef41df9b-7808-49c8-8061-e64d37c8b2bf" providerId="AD" clId="Web-{90CB0837-B4EA-4165-8938-8C63D56FB67C}" dt="2025-12-21T13:33:11.232" v="18"/>
          <ac:cxnSpMkLst>
            <pc:docMk/>
            <pc:sldMk cId="4210001262" sldId="257"/>
            <ac:cxnSpMk id="53" creationId="{22725E2D-27B9-4A2E-B161-230C61B08082}"/>
          </ac:cxnSpMkLst>
        </pc:cxnChg>
      </pc:sldChg>
      <pc:sldChg chg="new del">
        <pc:chgData name="MERT GÜNER" userId="S::mertguner@ogr365.iyte.edu.tr::ef41df9b-7808-49c8-8061-e64d37c8b2bf" providerId="AD" clId="Web-{90CB0837-B4EA-4165-8938-8C63D56FB67C}" dt="2025-12-21T13:31:36.444" v="5"/>
        <pc:sldMkLst>
          <pc:docMk/>
          <pc:sldMk cId="3802183673" sldId="258"/>
        </pc:sldMkLst>
      </pc:sldChg>
      <pc:sldMasterChg chg="del delSldLayout">
        <pc:chgData name="MERT GÜNER" userId="S::mertguner@ogr365.iyte.edu.tr::ef41df9b-7808-49c8-8061-e64d37c8b2bf" providerId="AD" clId="Web-{90CB0837-B4EA-4165-8938-8C63D56FB67C}" dt="2025-12-21T13:31:13.804" v="0"/>
        <pc:sldMasterMkLst>
          <pc:docMk/>
          <pc:sldMasterMk cId="3712468873" sldId="2147483648"/>
        </pc:sldMasterMkLst>
        <pc:sldLayoutChg chg="del">
          <pc:chgData name="MERT GÜNER" userId="S::mertguner@ogr365.iyte.edu.tr::ef41df9b-7808-49c8-8061-e64d37c8b2bf" providerId="AD" clId="Web-{90CB0837-B4EA-4165-8938-8C63D56FB67C}" dt="2025-12-21T13:31:13.804" v="0"/>
          <pc:sldLayoutMkLst>
            <pc:docMk/>
            <pc:sldMasterMk cId="3712468873" sldId="2147483648"/>
            <pc:sldLayoutMk cId="3440994769" sldId="2147483649"/>
          </pc:sldLayoutMkLst>
        </pc:sldLayoutChg>
        <pc:sldLayoutChg chg="del">
          <pc:chgData name="MERT GÜNER" userId="S::mertguner@ogr365.iyte.edu.tr::ef41df9b-7808-49c8-8061-e64d37c8b2bf" providerId="AD" clId="Web-{90CB0837-B4EA-4165-8938-8C63D56FB67C}" dt="2025-12-21T13:31:13.804" v="0"/>
          <pc:sldLayoutMkLst>
            <pc:docMk/>
            <pc:sldMasterMk cId="3712468873" sldId="2147483648"/>
            <pc:sldLayoutMk cId="3944319586" sldId="2147483650"/>
          </pc:sldLayoutMkLst>
        </pc:sldLayoutChg>
        <pc:sldLayoutChg chg="del">
          <pc:chgData name="MERT GÜNER" userId="S::mertguner@ogr365.iyte.edu.tr::ef41df9b-7808-49c8-8061-e64d37c8b2bf" providerId="AD" clId="Web-{90CB0837-B4EA-4165-8938-8C63D56FB67C}" dt="2025-12-21T13:31:13.804" v="0"/>
          <pc:sldLayoutMkLst>
            <pc:docMk/>
            <pc:sldMasterMk cId="3712468873" sldId="2147483648"/>
            <pc:sldLayoutMk cId="1196833356" sldId="2147483651"/>
          </pc:sldLayoutMkLst>
        </pc:sldLayoutChg>
        <pc:sldLayoutChg chg="del">
          <pc:chgData name="MERT GÜNER" userId="S::mertguner@ogr365.iyte.edu.tr::ef41df9b-7808-49c8-8061-e64d37c8b2bf" providerId="AD" clId="Web-{90CB0837-B4EA-4165-8938-8C63D56FB67C}" dt="2025-12-21T13:31:13.804" v="0"/>
          <pc:sldLayoutMkLst>
            <pc:docMk/>
            <pc:sldMasterMk cId="3712468873" sldId="2147483648"/>
            <pc:sldLayoutMk cId="3652797130" sldId="2147483652"/>
          </pc:sldLayoutMkLst>
        </pc:sldLayoutChg>
        <pc:sldLayoutChg chg="del">
          <pc:chgData name="MERT GÜNER" userId="S::mertguner@ogr365.iyte.edu.tr::ef41df9b-7808-49c8-8061-e64d37c8b2bf" providerId="AD" clId="Web-{90CB0837-B4EA-4165-8938-8C63D56FB67C}" dt="2025-12-21T13:31:13.804" v="0"/>
          <pc:sldLayoutMkLst>
            <pc:docMk/>
            <pc:sldMasterMk cId="3712468873" sldId="2147483648"/>
            <pc:sldLayoutMk cId="846744319" sldId="2147483653"/>
          </pc:sldLayoutMkLst>
        </pc:sldLayoutChg>
        <pc:sldLayoutChg chg="del">
          <pc:chgData name="MERT GÜNER" userId="S::mertguner@ogr365.iyte.edu.tr::ef41df9b-7808-49c8-8061-e64d37c8b2bf" providerId="AD" clId="Web-{90CB0837-B4EA-4165-8938-8C63D56FB67C}" dt="2025-12-21T13:31:13.804" v="0"/>
          <pc:sldLayoutMkLst>
            <pc:docMk/>
            <pc:sldMasterMk cId="3712468873" sldId="2147483648"/>
            <pc:sldLayoutMk cId="2861482750" sldId="2147483654"/>
          </pc:sldLayoutMkLst>
        </pc:sldLayoutChg>
        <pc:sldLayoutChg chg="del">
          <pc:chgData name="MERT GÜNER" userId="S::mertguner@ogr365.iyte.edu.tr::ef41df9b-7808-49c8-8061-e64d37c8b2bf" providerId="AD" clId="Web-{90CB0837-B4EA-4165-8938-8C63D56FB67C}" dt="2025-12-21T13:31:13.804" v="0"/>
          <pc:sldLayoutMkLst>
            <pc:docMk/>
            <pc:sldMasterMk cId="3712468873" sldId="2147483648"/>
            <pc:sldLayoutMk cId="4199817435" sldId="2147483655"/>
          </pc:sldLayoutMkLst>
        </pc:sldLayoutChg>
        <pc:sldLayoutChg chg="del">
          <pc:chgData name="MERT GÜNER" userId="S::mertguner@ogr365.iyte.edu.tr::ef41df9b-7808-49c8-8061-e64d37c8b2bf" providerId="AD" clId="Web-{90CB0837-B4EA-4165-8938-8C63D56FB67C}" dt="2025-12-21T13:31:13.804" v="0"/>
          <pc:sldLayoutMkLst>
            <pc:docMk/>
            <pc:sldMasterMk cId="3712468873" sldId="2147483648"/>
            <pc:sldLayoutMk cId="2700913065" sldId="2147483656"/>
          </pc:sldLayoutMkLst>
        </pc:sldLayoutChg>
        <pc:sldLayoutChg chg="del">
          <pc:chgData name="MERT GÜNER" userId="S::mertguner@ogr365.iyte.edu.tr::ef41df9b-7808-49c8-8061-e64d37c8b2bf" providerId="AD" clId="Web-{90CB0837-B4EA-4165-8938-8C63D56FB67C}" dt="2025-12-21T13:31:13.804" v="0"/>
          <pc:sldLayoutMkLst>
            <pc:docMk/>
            <pc:sldMasterMk cId="3712468873" sldId="2147483648"/>
            <pc:sldLayoutMk cId="818175020" sldId="2147483657"/>
          </pc:sldLayoutMkLst>
        </pc:sldLayoutChg>
        <pc:sldLayoutChg chg="del">
          <pc:chgData name="MERT GÜNER" userId="S::mertguner@ogr365.iyte.edu.tr::ef41df9b-7808-49c8-8061-e64d37c8b2bf" providerId="AD" clId="Web-{90CB0837-B4EA-4165-8938-8C63D56FB67C}" dt="2025-12-21T13:31:13.804" v="0"/>
          <pc:sldLayoutMkLst>
            <pc:docMk/>
            <pc:sldMasterMk cId="3712468873" sldId="2147483648"/>
            <pc:sldLayoutMk cId="847874827" sldId="2147483658"/>
          </pc:sldLayoutMkLst>
        </pc:sldLayoutChg>
        <pc:sldLayoutChg chg="del">
          <pc:chgData name="MERT GÜNER" userId="S::mertguner@ogr365.iyte.edu.tr::ef41df9b-7808-49c8-8061-e64d37c8b2bf" providerId="AD" clId="Web-{90CB0837-B4EA-4165-8938-8C63D56FB67C}" dt="2025-12-21T13:31:13.804" v="0"/>
          <pc:sldLayoutMkLst>
            <pc:docMk/>
            <pc:sldMasterMk cId="3712468873" sldId="2147483648"/>
            <pc:sldLayoutMk cId="804856651" sldId="2147483659"/>
          </pc:sldLayoutMkLst>
        </pc:sldLayoutChg>
      </pc:sldMasterChg>
      <pc:sldMasterChg chg="add del addSldLayout delSldLayout">
        <pc:chgData name="MERT GÜNER" userId="S::mertguner@ogr365.iyte.edu.tr::ef41df9b-7808-49c8-8061-e64d37c8b2bf" providerId="AD" clId="Web-{90CB0837-B4EA-4165-8938-8C63D56FB67C}" dt="2025-12-21T13:32:42.542" v="11"/>
        <pc:sldMasterMkLst>
          <pc:docMk/>
          <pc:sldMasterMk cId="920344891" sldId="2147483722"/>
        </pc:sldMasterMkLst>
        <pc:sldLayoutChg chg="add del">
          <pc:chgData name="MERT GÜNER" userId="S::mertguner@ogr365.iyte.edu.tr::ef41df9b-7808-49c8-8061-e64d37c8b2bf" providerId="AD" clId="Web-{90CB0837-B4EA-4165-8938-8C63D56FB67C}" dt="2025-12-21T13:32:42.542" v="11"/>
          <pc:sldLayoutMkLst>
            <pc:docMk/>
            <pc:sldMasterMk cId="920344891" sldId="2147483722"/>
            <pc:sldLayoutMk cId="2654582917" sldId="2147483711"/>
          </pc:sldLayoutMkLst>
        </pc:sldLayoutChg>
        <pc:sldLayoutChg chg="add del">
          <pc:chgData name="MERT GÜNER" userId="S::mertguner@ogr365.iyte.edu.tr::ef41df9b-7808-49c8-8061-e64d37c8b2bf" providerId="AD" clId="Web-{90CB0837-B4EA-4165-8938-8C63D56FB67C}" dt="2025-12-21T13:32:42.542" v="11"/>
          <pc:sldLayoutMkLst>
            <pc:docMk/>
            <pc:sldMasterMk cId="920344891" sldId="2147483722"/>
            <pc:sldLayoutMk cId="1418957461" sldId="2147483712"/>
          </pc:sldLayoutMkLst>
        </pc:sldLayoutChg>
        <pc:sldLayoutChg chg="add del">
          <pc:chgData name="MERT GÜNER" userId="S::mertguner@ogr365.iyte.edu.tr::ef41df9b-7808-49c8-8061-e64d37c8b2bf" providerId="AD" clId="Web-{90CB0837-B4EA-4165-8938-8C63D56FB67C}" dt="2025-12-21T13:32:42.542" v="11"/>
          <pc:sldLayoutMkLst>
            <pc:docMk/>
            <pc:sldMasterMk cId="920344891" sldId="2147483722"/>
            <pc:sldLayoutMk cId="241660986" sldId="2147483713"/>
          </pc:sldLayoutMkLst>
        </pc:sldLayoutChg>
        <pc:sldLayoutChg chg="add del">
          <pc:chgData name="MERT GÜNER" userId="S::mertguner@ogr365.iyte.edu.tr::ef41df9b-7808-49c8-8061-e64d37c8b2bf" providerId="AD" clId="Web-{90CB0837-B4EA-4165-8938-8C63D56FB67C}" dt="2025-12-21T13:32:42.542" v="11"/>
          <pc:sldLayoutMkLst>
            <pc:docMk/>
            <pc:sldMasterMk cId="920344891" sldId="2147483722"/>
            <pc:sldLayoutMk cId="1965160813" sldId="2147483714"/>
          </pc:sldLayoutMkLst>
        </pc:sldLayoutChg>
        <pc:sldLayoutChg chg="add del">
          <pc:chgData name="MERT GÜNER" userId="S::mertguner@ogr365.iyte.edu.tr::ef41df9b-7808-49c8-8061-e64d37c8b2bf" providerId="AD" clId="Web-{90CB0837-B4EA-4165-8938-8C63D56FB67C}" dt="2025-12-21T13:32:42.542" v="11"/>
          <pc:sldLayoutMkLst>
            <pc:docMk/>
            <pc:sldMasterMk cId="920344891" sldId="2147483722"/>
            <pc:sldLayoutMk cId="1615823996" sldId="2147483715"/>
          </pc:sldLayoutMkLst>
        </pc:sldLayoutChg>
        <pc:sldLayoutChg chg="add del">
          <pc:chgData name="MERT GÜNER" userId="S::mertguner@ogr365.iyte.edu.tr::ef41df9b-7808-49c8-8061-e64d37c8b2bf" providerId="AD" clId="Web-{90CB0837-B4EA-4165-8938-8C63D56FB67C}" dt="2025-12-21T13:32:42.542" v="11"/>
          <pc:sldLayoutMkLst>
            <pc:docMk/>
            <pc:sldMasterMk cId="920344891" sldId="2147483722"/>
            <pc:sldLayoutMk cId="1030032882" sldId="2147483716"/>
          </pc:sldLayoutMkLst>
        </pc:sldLayoutChg>
        <pc:sldLayoutChg chg="add del">
          <pc:chgData name="MERT GÜNER" userId="S::mertguner@ogr365.iyte.edu.tr::ef41df9b-7808-49c8-8061-e64d37c8b2bf" providerId="AD" clId="Web-{90CB0837-B4EA-4165-8938-8C63D56FB67C}" dt="2025-12-21T13:32:42.542" v="11"/>
          <pc:sldLayoutMkLst>
            <pc:docMk/>
            <pc:sldMasterMk cId="920344891" sldId="2147483722"/>
            <pc:sldLayoutMk cId="2094156760" sldId="2147483717"/>
          </pc:sldLayoutMkLst>
        </pc:sldLayoutChg>
        <pc:sldLayoutChg chg="add del">
          <pc:chgData name="MERT GÜNER" userId="S::mertguner@ogr365.iyte.edu.tr::ef41df9b-7808-49c8-8061-e64d37c8b2bf" providerId="AD" clId="Web-{90CB0837-B4EA-4165-8938-8C63D56FB67C}" dt="2025-12-21T13:32:42.542" v="11"/>
          <pc:sldLayoutMkLst>
            <pc:docMk/>
            <pc:sldMasterMk cId="920344891" sldId="2147483722"/>
            <pc:sldLayoutMk cId="3389309666" sldId="2147483718"/>
          </pc:sldLayoutMkLst>
        </pc:sldLayoutChg>
        <pc:sldLayoutChg chg="add del">
          <pc:chgData name="MERT GÜNER" userId="S::mertguner@ogr365.iyte.edu.tr::ef41df9b-7808-49c8-8061-e64d37c8b2bf" providerId="AD" clId="Web-{90CB0837-B4EA-4165-8938-8C63D56FB67C}" dt="2025-12-21T13:32:42.542" v="11"/>
          <pc:sldLayoutMkLst>
            <pc:docMk/>
            <pc:sldMasterMk cId="920344891" sldId="2147483722"/>
            <pc:sldLayoutMk cId="1973011342" sldId="2147483719"/>
          </pc:sldLayoutMkLst>
        </pc:sldLayoutChg>
        <pc:sldLayoutChg chg="add del">
          <pc:chgData name="MERT GÜNER" userId="S::mertguner@ogr365.iyte.edu.tr::ef41df9b-7808-49c8-8061-e64d37c8b2bf" providerId="AD" clId="Web-{90CB0837-B4EA-4165-8938-8C63D56FB67C}" dt="2025-12-21T13:32:42.542" v="11"/>
          <pc:sldLayoutMkLst>
            <pc:docMk/>
            <pc:sldMasterMk cId="920344891" sldId="2147483722"/>
            <pc:sldLayoutMk cId="1303868354" sldId="2147483720"/>
          </pc:sldLayoutMkLst>
        </pc:sldLayoutChg>
        <pc:sldLayoutChg chg="add del">
          <pc:chgData name="MERT GÜNER" userId="S::mertguner@ogr365.iyte.edu.tr::ef41df9b-7808-49c8-8061-e64d37c8b2bf" providerId="AD" clId="Web-{90CB0837-B4EA-4165-8938-8C63D56FB67C}" dt="2025-12-21T13:32:42.542" v="11"/>
          <pc:sldLayoutMkLst>
            <pc:docMk/>
            <pc:sldMasterMk cId="920344891" sldId="2147483722"/>
            <pc:sldLayoutMk cId="84653034" sldId="2147483721"/>
          </pc:sldLayoutMkLst>
        </pc:sldLayoutChg>
      </pc:sldMasterChg>
      <pc:sldMasterChg chg="add del addSldLayout delSldLayout">
        <pc:chgData name="MERT GÜNER" userId="S::mertguner@ogr365.iyte.edu.tr::ef41df9b-7808-49c8-8061-e64d37c8b2bf" providerId="AD" clId="Web-{90CB0837-B4EA-4165-8938-8C63D56FB67C}" dt="2025-12-21T13:32:28.072" v="8"/>
        <pc:sldMasterMkLst>
          <pc:docMk/>
          <pc:sldMasterMk cId="1779340414" sldId="2147483723"/>
        </pc:sldMasterMkLst>
        <pc:sldLayoutChg chg="add del">
          <pc:chgData name="MERT GÜNER" userId="S::mertguner@ogr365.iyte.edu.tr::ef41df9b-7808-49c8-8061-e64d37c8b2bf" providerId="AD" clId="Web-{90CB0837-B4EA-4165-8938-8C63D56FB67C}" dt="2025-12-21T13:32:28.072" v="8"/>
          <pc:sldLayoutMkLst>
            <pc:docMk/>
            <pc:sldMasterMk cId="1779340414" sldId="2147483723"/>
            <pc:sldLayoutMk cId="184067620" sldId="2147483724"/>
          </pc:sldLayoutMkLst>
        </pc:sldLayoutChg>
        <pc:sldLayoutChg chg="add del">
          <pc:chgData name="MERT GÜNER" userId="S::mertguner@ogr365.iyte.edu.tr::ef41df9b-7808-49c8-8061-e64d37c8b2bf" providerId="AD" clId="Web-{90CB0837-B4EA-4165-8938-8C63D56FB67C}" dt="2025-12-21T13:32:28.072" v="8"/>
          <pc:sldLayoutMkLst>
            <pc:docMk/>
            <pc:sldMasterMk cId="1779340414" sldId="2147483723"/>
            <pc:sldLayoutMk cId="3590994074" sldId="2147483725"/>
          </pc:sldLayoutMkLst>
        </pc:sldLayoutChg>
        <pc:sldLayoutChg chg="add del">
          <pc:chgData name="MERT GÜNER" userId="S::mertguner@ogr365.iyte.edu.tr::ef41df9b-7808-49c8-8061-e64d37c8b2bf" providerId="AD" clId="Web-{90CB0837-B4EA-4165-8938-8C63D56FB67C}" dt="2025-12-21T13:32:28.072" v="8"/>
          <pc:sldLayoutMkLst>
            <pc:docMk/>
            <pc:sldMasterMk cId="1779340414" sldId="2147483723"/>
            <pc:sldLayoutMk cId="3047633183" sldId="2147483726"/>
          </pc:sldLayoutMkLst>
        </pc:sldLayoutChg>
        <pc:sldLayoutChg chg="add del">
          <pc:chgData name="MERT GÜNER" userId="S::mertguner@ogr365.iyte.edu.tr::ef41df9b-7808-49c8-8061-e64d37c8b2bf" providerId="AD" clId="Web-{90CB0837-B4EA-4165-8938-8C63D56FB67C}" dt="2025-12-21T13:32:28.072" v="8"/>
          <pc:sldLayoutMkLst>
            <pc:docMk/>
            <pc:sldMasterMk cId="1779340414" sldId="2147483723"/>
            <pc:sldLayoutMk cId="3822393287" sldId="2147483727"/>
          </pc:sldLayoutMkLst>
        </pc:sldLayoutChg>
        <pc:sldLayoutChg chg="add del">
          <pc:chgData name="MERT GÜNER" userId="S::mertguner@ogr365.iyte.edu.tr::ef41df9b-7808-49c8-8061-e64d37c8b2bf" providerId="AD" clId="Web-{90CB0837-B4EA-4165-8938-8C63D56FB67C}" dt="2025-12-21T13:32:28.072" v="8"/>
          <pc:sldLayoutMkLst>
            <pc:docMk/>
            <pc:sldMasterMk cId="1779340414" sldId="2147483723"/>
            <pc:sldLayoutMk cId="1082242729" sldId="2147483728"/>
          </pc:sldLayoutMkLst>
        </pc:sldLayoutChg>
        <pc:sldLayoutChg chg="add del">
          <pc:chgData name="MERT GÜNER" userId="S::mertguner@ogr365.iyte.edu.tr::ef41df9b-7808-49c8-8061-e64d37c8b2bf" providerId="AD" clId="Web-{90CB0837-B4EA-4165-8938-8C63D56FB67C}" dt="2025-12-21T13:32:28.072" v="8"/>
          <pc:sldLayoutMkLst>
            <pc:docMk/>
            <pc:sldMasterMk cId="1779340414" sldId="2147483723"/>
            <pc:sldLayoutMk cId="3018726773" sldId="2147483729"/>
          </pc:sldLayoutMkLst>
        </pc:sldLayoutChg>
        <pc:sldLayoutChg chg="add del">
          <pc:chgData name="MERT GÜNER" userId="S::mertguner@ogr365.iyte.edu.tr::ef41df9b-7808-49c8-8061-e64d37c8b2bf" providerId="AD" clId="Web-{90CB0837-B4EA-4165-8938-8C63D56FB67C}" dt="2025-12-21T13:32:28.072" v="8"/>
          <pc:sldLayoutMkLst>
            <pc:docMk/>
            <pc:sldMasterMk cId="1779340414" sldId="2147483723"/>
            <pc:sldLayoutMk cId="365199369" sldId="2147483730"/>
          </pc:sldLayoutMkLst>
        </pc:sldLayoutChg>
        <pc:sldLayoutChg chg="add del">
          <pc:chgData name="MERT GÜNER" userId="S::mertguner@ogr365.iyte.edu.tr::ef41df9b-7808-49c8-8061-e64d37c8b2bf" providerId="AD" clId="Web-{90CB0837-B4EA-4165-8938-8C63D56FB67C}" dt="2025-12-21T13:32:28.072" v="8"/>
          <pc:sldLayoutMkLst>
            <pc:docMk/>
            <pc:sldMasterMk cId="1779340414" sldId="2147483723"/>
            <pc:sldLayoutMk cId="2175684129" sldId="2147483731"/>
          </pc:sldLayoutMkLst>
        </pc:sldLayoutChg>
        <pc:sldLayoutChg chg="add del">
          <pc:chgData name="MERT GÜNER" userId="S::mertguner@ogr365.iyte.edu.tr::ef41df9b-7808-49c8-8061-e64d37c8b2bf" providerId="AD" clId="Web-{90CB0837-B4EA-4165-8938-8C63D56FB67C}" dt="2025-12-21T13:32:28.072" v="8"/>
          <pc:sldLayoutMkLst>
            <pc:docMk/>
            <pc:sldMasterMk cId="1779340414" sldId="2147483723"/>
            <pc:sldLayoutMk cId="3012336510" sldId="2147483732"/>
          </pc:sldLayoutMkLst>
        </pc:sldLayoutChg>
        <pc:sldLayoutChg chg="add del">
          <pc:chgData name="MERT GÜNER" userId="S::mertguner@ogr365.iyte.edu.tr::ef41df9b-7808-49c8-8061-e64d37c8b2bf" providerId="AD" clId="Web-{90CB0837-B4EA-4165-8938-8C63D56FB67C}" dt="2025-12-21T13:32:28.072" v="8"/>
          <pc:sldLayoutMkLst>
            <pc:docMk/>
            <pc:sldMasterMk cId="1779340414" sldId="2147483723"/>
            <pc:sldLayoutMk cId="2982901097" sldId="2147483733"/>
          </pc:sldLayoutMkLst>
        </pc:sldLayoutChg>
        <pc:sldLayoutChg chg="add del">
          <pc:chgData name="MERT GÜNER" userId="S::mertguner@ogr365.iyte.edu.tr::ef41df9b-7808-49c8-8061-e64d37c8b2bf" providerId="AD" clId="Web-{90CB0837-B4EA-4165-8938-8C63D56FB67C}" dt="2025-12-21T13:32:28.072" v="8"/>
          <pc:sldLayoutMkLst>
            <pc:docMk/>
            <pc:sldMasterMk cId="1779340414" sldId="2147483723"/>
            <pc:sldLayoutMk cId="1005830947" sldId="2147483734"/>
          </pc:sldLayoutMkLst>
        </pc:sldLayoutChg>
      </pc:sldMasterChg>
      <pc:sldMasterChg chg="add addSldLayout">
        <pc:chgData name="MERT GÜNER" userId="S::mertguner@ogr365.iyte.edu.tr::ef41df9b-7808-49c8-8061-e64d37c8b2bf" providerId="AD" clId="Web-{90CB0837-B4EA-4165-8938-8C63D56FB67C}" dt="2025-12-21T13:32:42.542" v="11"/>
        <pc:sldMasterMkLst>
          <pc:docMk/>
          <pc:sldMasterMk cId="2420073800" sldId="2147483798"/>
        </pc:sldMasterMkLst>
        <pc:sldLayoutChg chg="add">
          <pc:chgData name="MERT GÜNER" userId="S::mertguner@ogr365.iyte.edu.tr::ef41df9b-7808-49c8-8061-e64d37c8b2bf" providerId="AD" clId="Web-{90CB0837-B4EA-4165-8938-8C63D56FB67C}" dt="2025-12-21T13:32:42.542" v="11"/>
          <pc:sldLayoutMkLst>
            <pc:docMk/>
            <pc:sldMasterMk cId="2420073800" sldId="2147483798"/>
            <pc:sldLayoutMk cId="1484812975" sldId="2147483787"/>
          </pc:sldLayoutMkLst>
        </pc:sldLayoutChg>
        <pc:sldLayoutChg chg="add">
          <pc:chgData name="MERT GÜNER" userId="S::mertguner@ogr365.iyte.edu.tr::ef41df9b-7808-49c8-8061-e64d37c8b2bf" providerId="AD" clId="Web-{90CB0837-B4EA-4165-8938-8C63D56FB67C}" dt="2025-12-21T13:32:42.542" v="11"/>
          <pc:sldLayoutMkLst>
            <pc:docMk/>
            <pc:sldMasterMk cId="2420073800" sldId="2147483798"/>
            <pc:sldLayoutMk cId="1971976938" sldId="2147483788"/>
          </pc:sldLayoutMkLst>
        </pc:sldLayoutChg>
        <pc:sldLayoutChg chg="add">
          <pc:chgData name="MERT GÜNER" userId="S::mertguner@ogr365.iyte.edu.tr::ef41df9b-7808-49c8-8061-e64d37c8b2bf" providerId="AD" clId="Web-{90CB0837-B4EA-4165-8938-8C63D56FB67C}" dt="2025-12-21T13:32:42.542" v="11"/>
          <pc:sldLayoutMkLst>
            <pc:docMk/>
            <pc:sldMasterMk cId="2420073800" sldId="2147483798"/>
            <pc:sldLayoutMk cId="735225079" sldId="2147483789"/>
          </pc:sldLayoutMkLst>
        </pc:sldLayoutChg>
        <pc:sldLayoutChg chg="add">
          <pc:chgData name="MERT GÜNER" userId="S::mertguner@ogr365.iyte.edu.tr::ef41df9b-7808-49c8-8061-e64d37c8b2bf" providerId="AD" clId="Web-{90CB0837-B4EA-4165-8938-8C63D56FB67C}" dt="2025-12-21T13:32:42.542" v="11"/>
          <pc:sldLayoutMkLst>
            <pc:docMk/>
            <pc:sldMasterMk cId="2420073800" sldId="2147483798"/>
            <pc:sldLayoutMk cId="4102802132" sldId="2147483790"/>
          </pc:sldLayoutMkLst>
        </pc:sldLayoutChg>
        <pc:sldLayoutChg chg="add">
          <pc:chgData name="MERT GÜNER" userId="S::mertguner@ogr365.iyte.edu.tr::ef41df9b-7808-49c8-8061-e64d37c8b2bf" providerId="AD" clId="Web-{90CB0837-B4EA-4165-8938-8C63D56FB67C}" dt="2025-12-21T13:32:42.542" v="11"/>
          <pc:sldLayoutMkLst>
            <pc:docMk/>
            <pc:sldMasterMk cId="2420073800" sldId="2147483798"/>
            <pc:sldLayoutMk cId="3665228594" sldId="2147483791"/>
          </pc:sldLayoutMkLst>
        </pc:sldLayoutChg>
        <pc:sldLayoutChg chg="add">
          <pc:chgData name="MERT GÜNER" userId="S::mertguner@ogr365.iyte.edu.tr::ef41df9b-7808-49c8-8061-e64d37c8b2bf" providerId="AD" clId="Web-{90CB0837-B4EA-4165-8938-8C63D56FB67C}" dt="2025-12-21T13:32:42.542" v="11"/>
          <pc:sldLayoutMkLst>
            <pc:docMk/>
            <pc:sldMasterMk cId="2420073800" sldId="2147483798"/>
            <pc:sldLayoutMk cId="4208377037" sldId="2147483792"/>
          </pc:sldLayoutMkLst>
        </pc:sldLayoutChg>
        <pc:sldLayoutChg chg="add">
          <pc:chgData name="MERT GÜNER" userId="S::mertguner@ogr365.iyte.edu.tr::ef41df9b-7808-49c8-8061-e64d37c8b2bf" providerId="AD" clId="Web-{90CB0837-B4EA-4165-8938-8C63D56FB67C}" dt="2025-12-21T13:32:42.542" v="11"/>
          <pc:sldLayoutMkLst>
            <pc:docMk/>
            <pc:sldMasterMk cId="2420073800" sldId="2147483798"/>
            <pc:sldLayoutMk cId="2249529591" sldId="2147483793"/>
          </pc:sldLayoutMkLst>
        </pc:sldLayoutChg>
        <pc:sldLayoutChg chg="add">
          <pc:chgData name="MERT GÜNER" userId="S::mertguner@ogr365.iyte.edu.tr::ef41df9b-7808-49c8-8061-e64d37c8b2bf" providerId="AD" clId="Web-{90CB0837-B4EA-4165-8938-8C63D56FB67C}" dt="2025-12-21T13:32:42.542" v="11"/>
          <pc:sldLayoutMkLst>
            <pc:docMk/>
            <pc:sldMasterMk cId="2420073800" sldId="2147483798"/>
            <pc:sldLayoutMk cId="1761315962" sldId="2147483794"/>
          </pc:sldLayoutMkLst>
        </pc:sldLayoutChg>
        <pc:sldLayoutChg chg="add">
          <pc:chgData name="MERT GÜNER" userId="S::mertguner@ogr365.iyte.edu.tr::ef41df9b-7808-49c8-8061-e64d37c8b2bf" providerId="AD" clId="Web-{90CB0837-B4EA-4165-8938-8C63D56FB67C}" dt="2025-12-21T13:32:42.542" v="11"/>
          <pc:sldLayoutMkLst>
            <pc:docMk/>
            <pc:sldMasterMk cId="2420073800" sldId="2147483798"/>
            <pc:sldLayoutMk cId="3073912926" sldId="2147483795"/>
          </pc:sldLayoutMkLst>
        </pc:sldLayoutChg>
        <pc:sldLayoutChg chg="add">
          <pc:chgData name="MERT GÜNER" userId="S::mertguner@ogr365.iyte.edu.tr::ef41df9b-7808-49c8-8061-e64d37c8b2bf" providerId="AD" clId="Web-{90CB0837-B4EA-4165-8938-8C63D56FB67C}" dt="2025-12-21T13:32:42.542" v="11"/>
          <pc:sldLayoutMkLst>
            <pc:docMk/>
            <pc:sldMasterMk cId="2420073800" sldId="2147483798"/>
            <pc:sldLayoutMk cId="3004097277" sldId="2147483796"/>
          </pc:sldLayoutMkLst>
        </pc:sldLayoutChg>
        <pc:sldLayoutChg chg="add">
          <pc:chgData name="MERT GÜNER" userId="S::mertguner@ogr365.iyte.edu.tr::ef41df9b-7808-49c8-8061-e64d37c8b2bf" providerId="AD" clId="Web-{90CB0837-B4EA-4165-8938-8C63D56FB67C}" dt="2025-12-21T13:32:42.542" v="11"/>
          <pc:sldLayoutMkLst>
            <pc:docMk/>
            <pc:sldMasterMk cId="2420073800" sldId="2147483798"/>
            <pc:sldLayoutMk cId="3518035564" sldId="2147483797"/>
          </pc:sldLayoutMkLst>
        </pc:sldLayoutChg>
      </pc:sldMasterChg>
      <pc:sldMasterChg chg="add del addSldLayout delSldLayout">
        <pc:chgData name="MERT GÜNER" userId="S::mertguner@ogr365.iyte.edu.tr::ef41df9b-7808-49c8-8061-e64d37c8b2bf" providerId="AD" clId="Web-{90CB0837-B4EA-4165-8938-8C63D56FB67C}" dt="2025-12-21T13:32:42.464" v="10"/>
        <pc:sldMasterMkLst>
          <pc:docMk/>
          <pc:sldMasterMk cId="1579094675" sldId="2147483799"/>
        </pc:sldMasterMkLst>
        <pc:sldLayoutChg chg="add del">
          <pc:chgData name="MERT GÜNER" userId="S::mertguner@ogr365.iyte.edu.tr::ef41df9b-7808-49c8-8061-e64d37c8b2bf" providerId="AD" clId="Web-{90CB0837-B4EA-4165-8938-8C63D56FB67C}" dt="2025-12-21T13:32:42.464" v="10"/>
          <pc:sldLayoutMkLst>
            <pc:docMk/>
            <pc:sldMasterMk cId="1579094675" sldId="2147483799"/>
            <pc:sldLayoutMk cId="1274345076" sldId="2147483788"/>
          </pc:sldLayoutMkLst>
        </pc:sldLayoutChg>
        <pc:sldLayoutChg chg="add del">
          <pc:chgData name="MERT GÜNER" userId="S::mertguner@ogr365.iyte.edu.tr::ef41df9b-7808-49c8-8061-e64d37c8b2bf" providerId="AD" clId="Web-{90CB0837-B4EA-4165-8938-8C63D56FB67C}" dt="2025-12-21T13:32:42.464" v="10"/>
          <pc:sldLayoutMkLst>
            <pc:docMk/>
            <pc:sldMasterMk cId="1579094675" sldId="2147483799"/>
            <pc:sldLayoutMk cId="867850691" sldId="2147483789"/>
          </pc:sldLayoutMkLst>
        </pc:sldLayoutChg>
        <pc:sldLayoutChg chg="add del">
          <pc:chgData name="MERT GÜNER" userId="S::mertguner@ogr365.iyte.edu.tr::ef41df9b-7808-49c8-8061-e64d37c8b2bf" providerId="AD" clId="Web-{90CB0837-B4EA-4165-8938-8C63D56FB67C}" dt="2025-12-21T13:32:42.464" v="10"/>
          <pc:sldLayoutMkLst>
            <pc:docMk/>
            <pc:sldMasterMk cId="1579094675" sldId="2147483799"/>
            <pc:sldLayoutMk cId="3078044488" sldId="2147483790"/>
          </pc:sldLayoutMkLst>
        </pc:sldLayoutChg>
        <pc:sldLayoutChg chg="add del">
          <pc:chgData name="MERT GÜNER" userId="S::mertguner@ogr365.iyte.edu.tr::ef41df9b-7808-49c8-8061-e64d37c8b2bf" providerId="AD" clId="Web-{90CB0837-B4EA-4165-8938-8C63D56FB67C}" dt="2025-12-21T13:32:42.464" v="10"/>
          <pc:sldLayoutMkLst>
            <pc:docMk/>
            <pc:sldMasterMk cId="1579094675" sldId="2147483799"/>
            <pc:sldLayoutMk cId="736706251" sldId="2147483791"/>
          </pc:sldLayoutMkLst>
        </pc:sldLayoutChg>
        <pc:sldLayoutChg chg="add del">
          <pc:chgData name="MERT GÜNER" userId="S::mertguner@ogr365.iyte.edu.tr::ef41df9b-7808-49c8-8061-e64d37c8b2bf" providerId="AD" clId="Web-{90CB0837-B4EA-4165-8938-8C63D56FB67C}" dt="2025-12-21T13:32:42.464" v="10"/>
          <pc:sldLayoutMkLst>
            <pc:docMk/>
            <pc:sldMasterMk cId="1579094675" sldId="2147483799"/>
            <pc:sldLayoutMk cId="2950482757" sldId="2147483792"/>
          </pc:sldLayoutMkLst>
        </pc:sldLayoutChg>
        <pc:sldLayoutChg chg="add del">
          <pc:chgData name="MERT GÜNER" userId="S::mertguner@ogr365.iyte.edu.tr::ef41df9b-7808-49c8-8061-e64d37c8b2bf" providerId="AD" clId="Web-{90CB0837-B4EA-4165-8938-8C63D56FB67C}" dt="2025-12-21T13:32:42.464" v="10"/>
          <pc:sldLayoutMkLst>
            <pc:docMk/>
            <pc:sldMasterMk cId="1579094675" sldId="2147483799"/>
            <pc:sldLayoutMk cId="1978958365" sldId="2147483793"/>
          </pc:sldLayoutMkLst>
        </pc:sldLayoutChg>
        <pc:sldLayoutChg chg="add del">
          <pc:chgData name="MERT GÜNER" userId="S::mertguner@ogr365.iyte.edu.tr::ef41df9b-7808-49c8-8061-e64d37c8b2bf" providerId="AD" clId="Web-{90CB0837-B4EA-4165-8938-8C63D56FB67C}" dt="2025-12-21T13:32:42.464" v="10"/>
          <pc:sldLayoutMkLst>
            <pc:docMk/>
            <pc:sldMasterMk cId="1579094675" sldId="2147483799"/>
            <pc:sldLayoutMk cId="4058543512" sldId="2147483794"/>
          </pc:sldLayoutMkLst>
        </pc:sldLayoutChg>
        <pc:sldLayoutChg chg="add del">
          <pc:chgData name="MERT GÜNER" userId="S::mertguner@ogr365.iyte.edu.tr::ef41df9b-7808-49c8-8061-e64d37c8b2bf" providerId="AD" clId="Web-{90CB0837-B4EA-4165-8938-8C63D56FB67C}" dt="2025-12-21T13:32:42.464" v="10"/>
          <pc:sldLayoutMkLst>
            <pc:docMk/>
            <pc:sldMasterMk cId="1579094675" sldId="2147483799"/>
            <pc:sldLayoutMk cId="3747204799" sldId="2147483795"/>
          </pc:sldLayoutMkLst>
        </pc:sldLayoutChg>
        <pc:sldLayoutChg chg="add del">
          <pc:chgData name="MERT GÜNER" userId="S::mertguner@ogr365.iyte.edu.tr::ef41df9b-7808-49c8-8061-e64d37c8b2bf" providerId="AD" clId="Web-{90CB0837-B4EA-4165-8938-8C63D56FB67C}" dt="2025-12-21T13:32:42.464" v="10"/>
          <pc:sldLayoutMkLst>
            <pc:docMk/>
            <pc:sldMasterMk cId="1579094675" sldId="2147483799"/>
            <pc:sldLayoutMk cId="3073837115" sldId="2147483796"/>
          </pc:sldLayoutMkLst>
        </pc:sldLayoutChg>
        <pc:sldLayoutChg chg="add del">
          <pc:chgData name="MERT GÜNER" userId="S::mertguner@ogr365.iyte.edu.tr::ef41df9b-7808-49c8-8061-e64d37c8b2bf" providerId="AD" clId="Web-{90CB0837-B4EA-4165-8938-8C63D56FB67C}" dt="2025-12-21T13:32:42.464" v="10"/>
          <pc:sldLayoutMkLst>
            <pc:docMk/>
            <pc:sldMasterMk cId="1579094675" sldId="2147483799"/>
            <pc:sldLayoutMk cId="2702578435" sldId="2147483797"/>
          </pc:sldLayoutMkLst>
        </pc:sldLayoutChg>
        <pc:sldLayoutChg chg="add del">
          <pc:chgData name="MERT GÜNER" userId="S::mertguner@ogr365.iyte.edu.tr::ef41df9b-7808-49c8-8061-e64d37c8b2bf" providerId="AD" clId="Web-{90CB0837-B4EA-4165-8938-8C63D56FB67C}" dt="2025-12-21T13:32:42.464" v="10"/>
          <pc:sldLayoutMkLst>
            <pc:docMk/>
            <pc:sldMasterMk cId="1579094675" sldId="2147483799"/>
            <pc:sldLayoutMk cId="3979637694" sldId="2147483798"/>
          </pc:sldLayoutMkLst>
        </pc:sldLayoutChg>
      </pc:sldMasterChg>
    </pc:docChg>
  </pc:docChgLst>
  <pc:docChgLst>
    <pc:chgData name="MERT GÜNER" userId="S::mertguner@ogr365.iyte.edu.tr::ef41df9b-7808-49c8-8061-e64d37c8b2bf" providerId="AD" clId="Web-{26B24BDE-CD03-4F2C-A60E-981118DA7F7A}"/>
    <pc:docChg chg="mod addSld modSld addMainMaster delMainMaster">
      <pc:chgData name="MERT GÜNER" userId="S::mertguner@ogr365.iyte.edu.tr::ef41df9b-7808-49c8-8061-e64d37c8b2bf" providerId="AD" clId="Web-{26B24BDE-CD03-4F2C-A60E-981118DA7F7A}" dt="2025-12-21T15:20:35.186" v="273"/>
      <pc:docMkLst>
        <pc:docMk/>
      </pc:docMkLst>
      <pc:sldChg chg="addSp delSp modSp mod modClrScheme addAnim delAnim modAnim delDesignElem chgLayout">
        <pc:chgData name="MERT GÜNER" userId="S::mertguner@ogr365.iyte.edu.tr::ef41df9b-7808-49c8-8061-e64d37c8b2bf" providerId="AD" clId="Web-{26B24BDE-CD03-4F2C-A60E-981118DA7F7A}" dt="2025-12-21T15:14:31.882" v="259"/>
        <pc:sldMkLst>
          <pc:docMk/>
          <pc:sldMk cId="2478925537" sldId="256"/>
        </pc:sldMkLst>
        <pc:spChg chg="mod ord">
          <ac:chgData name="MERT GÜNER" userId="S::mertguner@ogr365.iyte.edu.tr::ef41df9b-7808-49c8-8061-e64d37c8b2bf" providerId="AD" clId="Web-{26B24BDE-CD03-4F2C-A60E-981118DA7F7A}" dt="2025-12-21T14:06:01.632" v="61"/>
          <ac:spMkLst>
            <pc:docMk/>
            <pc:sldMk cId="2478925537" sldId="256"/>
            <ac:spMk id="2" creationId="{4C7FE232-E76D-22E1-CBD0-5725DDFB9F46}"/>
          </ac:spMkLst>
        </pc:spChg>
        <pc:spChg chg="mod ord">
          <ac:chgData name="MERT GÜNER" userId="S::mertguner@ogr365.iyte.edu.tr::ef41df9b-7808-49c8-8061-e64d37c8b2bf" providerId="AD" clId="Web-{26B24BDE-CD03-4F2C-A60E-981118DA7F7A}" dt="2025-12-21T14:06:01.632" v="61"/>
          <ac:spMkLst>
            <pc:docMk/>
            <pc:sldMk cId="2478925537" sldId="256"/>
            <ac:spMk id="3" creationId="{17C4D250-426D-C605-5BFB-0E18838C6E53}"/>
          </ac:spMkLst>
        </pc:spChg>
        <pc:spChg chg="add del">
          <ac:chgData name="MERT GÜNER" userId="S::mertguner@ogr365.iyte.edu.tr::ef41df9b-7808-49c8-8061-e64d37c8b2bf" providerId="AD" clId="Web-{26B24BDE-CD03-4F2C-A60E-981118DA7F7A}" dt="2025-12-21T14:06:01.632" v="61"/>
          <ac:spMkLst>
            <pc:docMk/>
            <pc:sldMk cId="2478925537" sldId="256"/>
            <ac:spMk id="18" creationId="{0FA27539-4286-4FA8-9DA6-7CF237447C8D}"/>
          </ac:spMkLst>
        </pc:spChg>
        <pc:cxnChg chg="add del">
          <ac:chgData name="MERT GÜNER" userId="S::mertguner@ogr365.iyte.edu.tr::ef41df9b-7808-49c8-8061-e64d37c8b2bf" providerId="AD" clId="Web-{26B24BDE-CD03-4F2C-A60E-981118DA7F7A}" dt="2025-12-21T14:06:01.632" v="61"/>
          <ac:cxnSpMkLst>
            <pc:docMk/>
            <pc:sldMk cId="2478925537" sldId="256"/>
            <ac:cxnSpMk id="20" creationId="{C5E74535-9C0E-4211-B088-610AD56262A4}"/>
          </ac:cxnSpMkLst>
        </pc:cxnChg>
      </pc:sldChg>
      <pc:sldChg chg="addSp delSp modSp mod setBg modClrScheme addAnim delAnim modAnim delDesignElem chgLayout">
        <pc:chgData name="MERT GÜNER" userId="S::mertguner@ogr365.iyte.edu.tr::ef41df9b-7808-49c8-8061-e64d37c8b2bf" providerId="AD" clId="Web-{26B24BDE-CD03-4F2C-A60E-981118DA7F7A}" dt="2025-12-21T14:33:49.762" v="126"/>
        <pc:sldMkLst>
          <pc:docMk/>
          <pc:sldMk cId="4210001262" sldId="257"/>
        </pc:sldMkLst>
        <pc:spChg chg="add del mod ord">
          <ac:chgData name="MERT GÜNER" userId="S::mertguner@ogr365.iyte.edu.tr::ef41df9b-7808-49c8-8061-e64d37c8b2bf" providerId="AD" clId="Web-{26B24BDE-CD03-4F2C-A60E-981118DA7F7A}" dt="2025-12-21T14:19:17.359" v="83"/>
          <ac:spMkLst>
            <pc:docMk/>
            <pc:sldMk cId="4210001262" sldId="257"/>
            <ac:spMk id="2" creationId="{EB0BF78C-CABD-4E2C-F248-F81E32342D05}"/>
          </ac:spMkLst>
        </pc:spChg>
        <pc:spChg chg="del mod ord">
          <ac:chgData name="MERT GÜNER" userId="S::mertguner@ogr365.iyte.edu.tr::ef41df9b-7808-49c8-8061-e64d37c8b2bf" providerId="AD" clId="Web-{26B24BDE-CD03-4F2C-A60E-981118DA7F7A}" dt="2025-12-21T14:18:33.264" v="73"/>
          <ac:spMkLst>
            <pc:docMk/>
            <pc:sldMk cId="4210001262" sldId="257"/>
            <ac:spMk id="3" creationId="{30E9305B-744E-FF2A-A772-6E61C8C58B6B}"/>
          </ac:spMkLst>
        </pc:spChg>
        <pc:spChg chg="add del mod">
          <ac:chgData name="MERT GÜNER" userId="S::mertguner@ogr365.iyte.edu.tr::ef41df9b-7808-49c8-8061-e64d37c8b2bf" providerId="AD" clId="Web-{26B24BDE-CD03-4F2C-A60E-981118DA7F7A}" dt="2025-12-21T14:23:34.842" v="92" actId="14100"/>
          <ac:spMkLst>
            <pc:docMk/>
            <pc:sldMk cId="4210001262" sldId="257"/>
            <ac:spMk id="6" creationId="{A48C051F-0B99-24AE-4D7D-6E76EEA9BC2C}"/>
          </ac:spMkLst>
        </pc:spChg>
        <pc:spChg chg="add del mod">
          <ac:chgData name="MERT GÜNER" userId="S::mertguner@ogr365.iyte.edu.tr::ef41df9b-7808-49c8-8061-e64d37c8b2bf" providerId="AD" clId="Web-{26B24BDE-CD03-4F2C-A60E-981118DA7F7A}" dt="2025-12-21T14:19:17.359" v="85"/>
          <ac:spMkLst>
            <pc:docMk/>
            <pc:sldMk cId="4210001262" sldId="257"/>
            <ac:spMk id="8" creationId="{C811A6D8-2699-4D4E-B8E2-E0A478D40F53}"/>
          </ac:spMkLst>
        </pc:spChg>
        <pc:spChg chg="add del mod">
          <ac:chgData name="MERT GÜNER" userId="S::mertguner@ogr365.iyte.edu.tr::ef41df9b-7808-49c8-8061-e64d37c8b2bf" providerId="AD" clId="Web-{26B24BDE-CD03-4F2C-A60E-981118DA7F7A}" dt="2025-12-21T14:19:17.359" v="83"/>
          <ac:spMkLst>
            <pc:docMk/>
            <pc:sldMk cId="4210001262" sldId="257"/>
            <ac:spMk id="10" creationId="{B7DDD040-C1EC-1F50-CD69-4EAC5B5D1BFE}"/>
          </ac:spMkLst>
        </pc:spChg>
        <pc:spChg chg="add mod">
          <ac:chgData name="MERT GÜNER" userId="S::mertguner@ogr365.iyte.edu.tr::ef41df9b-7808-49c8-8061-e64d37c8b2bf" providerId="AD" clId="Web-{26B24BDE-CD03-4F2C-A60E-981118DA7F7A}" dt="2025-12-21T14:24:03.676" v="97" actId="1076"/>
          <ac:spMkLst>
            <pc:docMk/>
            <pc:sldMk cId="4210001262" sldId="257"/>
            <ac:spMk id="15" creationId="{9F5506A4-A76C-CBF0-1814-483E85485F7B}"/>
          </ac:spMkLst>
        </pc:spChg>
        <pc:spChg chg="add mod">
          <ac:chgData name="MERT GÜNER" userId="S::mertguner@ogr365.iyte.edu.tr::ef41df9b-7808-49c8-8061-e64d37c8b2bf" providerId="AD" clId="Web-{26B24BDE-CD03-4F2C-A60E-981118DA7F7A}" dt="2025-12-21T14:27:07.782" v="108" actId="14100"/>
          <ac:spMkLst>
            <pc:docMk/>
            <pc:sldMk cId="4210001262" sldId="257"/>
            <ac:spMk id="17" creationId="{4319484B-A525-4379-7038-097D020F3D97}"/>
          </ac:spMkLst>
        </pc:spChg>
        <pc:spChg chg="add del">
          <ac:chgData name="MERT GÜNER" userId="S::mertguner@ogr365.iyte.edu.tr::ef41df9b-7808-49c8-8061-e64d37c8b2bf" providerId="AD" clId="Web-{26B24BDE-CD03-4F2C-A60E-981118DA7F7A}" dt="2025-12-21T14:10:44.053" v="70"/>
          <ac:spMkLst>
            <pc:docMk/>
            <pc:sldMk cId="4210001262" sldId="257"/>
            <ac:spMk id="24" creationId="{3D2EE047-566C-48D4-9F44-4BB3B58FB300}"/>
          </ac:spMkLst>
        </pc:spChg>
        <pc:spChg chg="add del">
          <ac:chgData name="MERT GÜNER" userId="S::mertguner@ogr365.iyte.edu.tr::ef41df9b-7808-49c8-8061-e64d37c8b2bf" providerId="AD" clId="Web-{26B24BDE-CD03-4F2C-A60E-981118DA7F7A}" dt="2025-12-21T14:10:41.316" v="67"/>
          <ac:spMkLst>
            <pc:docMk/>
            <pc:sldMk cId="4210001262" sldId="257"/>
            <ac:spMk id="31" creationId="{3D2EE047-566C-48D4-9F44-4BB3B58FB300}"/>
          </ac:spMkLst>
        </pc:spChg>
        <pc:spChg chg="add del">
          <ac:chgData name="MERT GÜNER" userId="S::mertguner@ogr365.iyte.edu.tr::ef41df9b-7808-49c8-8061-e64d37c8b2bf" providerId="AD" clId="Web-{26B24BDE-CD03-4F2C-A60E-981118DA7F7A}" dt="2025-12-21T14:10:44.037" v="69"/>
          <ac:spMkLst>
            <pc:docMk/>
            <pc:sldMk cId="4210001262" sldId="257"/>
            <ac:spMk id="32" creationId="{316A5661-2CFE-478C-BAC3-729F393F3C4A}"/>
          </ac:spMkLst>
        </pc:spChg>
        <pc:grpChg chg="add del">
          <ac:chgData name="MERT GÜNER" userId="S::mertguner@ogr365.iyte.edu.tr::ef41df9b-7808-49c8-8061-e64d37c8b2bf" providerId="AD" clId="Web-{26B24BDE-CD03-4F2C-A60E-981118DA7F7A}" dt="2025-12-21T14:10:44.053" v="70"/>
          <ac:grpSpMkLst>
            <pc:docMk/>
            <pc:sldMk cId="4210001262" sldId="257"/>
            <ac:grpSpMk id="25" creationId="{B48EE24C-0DEE-4852-98D1-766934BDAAA2}"/>
          </ac:grpSpMkLst>
        </pc:grpChg>
        <pc:grpChg chg="add del">
          <ac:chgData name="MERT GÜNER" userId="S::mertguner@ogr365.iyte.edu.tr::ef41df9b-7808-49c8-8061-e64d37c8b2bf" providerId="AD" clId="Web-{26B24BDE-CD03-4F2C-A60E-981118DA7F7A}" dt="2025-12-21T14:10:44.037" v="69"/>
          <ac:grpSpMkLst>
            <pc:docMk/>
            <pc:sldMk cId="4210001262" sldId="257"/>
            <ac:grpSpMk id="36" creationId="{317C5DB0-7DD2-458D-B2D6-43AD6AB88B07}"/>
          </ac:grpSpMkLst>
        </pc:grpChg>
        <pc:graphicFrameChg chg="add del mod ord modGraphic">
          <ac:chgData name="MERT GÜNER" userId="S::mertguner@ogr365.iyte.edu.tr::ef41df9b-7808-49c8-8061-e64d37c8b2bf" providerId="AD" clId="Web-{26B24BDE-CD03-4F2C-A60E-981118DA7F7A}" dt="2025-12-21T14:28:46.074" v="114" actId="1076"/>
          <ac:graphicFrameMkLst>
            <pc:docMk/>
            <pc:sldMk cId="4210001262" sldId="257"/>
            <ac:graphicFrameMk id="5" creationId="{DC073ABE-A84E-DF7A-DA2B-D94372D9F687}"/>
          </ac:graphicFrameMkLst>
        </pc:graphicFrameChg>
        <pc:picChg chg="add del mod">
          <ac:chgData name="MERT GÜNER" userId="S::mertguner@ogr365.iyte.edu.tr::ef41df9b-7808-49c8-8061-e64d37c8b2bf" providerId="AD" clId="Web-{26B24BDE-CD03-4F2C-A60E-981118DA7F7A}" dt="2025-12-21T14:25:41.021" v="103"/>
          <ac:picMkLst>
            <pc:docMk/>
            <pc:sldMk cId="4210001262" sldId="257"/>
            <ac:picMk id="16" creationId="{00E785B8-8DD9-F158-5D44-F6799EC0FA75}"/>
          </ac:picMkLst>
        </pc:picChg>
        <pc:cxnChg chg="add del">
          <ac:chgData name="MERT GÜNER" userId="S::mertguner@ogr365.iyte.edu.tr::ef41df9b-7808-49c8-8061-e64d37c8b2bf" providerId="AD" clId="Web-{26B24BDE-CD03-4F2C-A60E-981118DA7F7A}" dt="2025-12-21T14:19:17.359" v="84"/>
          <ac:cxnSpMkLst>
            <pc:docMk/>
            <pc:sldMk cId="4210001262" sldId="257"/>
            <ac:cxnSpMk id="33" creationId="{653B9D3A-F8F6-4354-8088-6E520C2A64FC}"/>
          </ac:cxnSpMkLst>
        </pc:cxnChg>
        <pc:cxnChg chg="add del">
          <ac:chgData name="MERT GÜNER" userId="S::mertguner@ogr365.iyte.edu.tr::ef41df9b-7808-49c8-8061-e64d37c8b2bf" providerId="AD" clId="Web-{26B24BDE-CD03-4F2C-A60E-981118DA7F7A}" dt="2025-12-21T14:10:38.910" v="65"/>
          <ac:cxnSpMkLst>
            <pc:docMk/>
            <pc:sldMk cId="4210001262" sldId="257"/>
            <ac:cxnSpMk id="34" creationId="{653B9D3A-F8F6-4354-8088-6E520C2A64FC}"/>
          </ac:cxnSpMkLst>
        </pc:cxnChg>
        <pc:cxnChg chg="add del">
          <ac:chgData name="MERT GÜNER" userId="S::mertguner@ogr365.iyte.edu.tr::ef41df9b-7808-49c8-8061-e64d37c8b2bf" providerId="AD" clId="Web-{26B24BDE-CD03-4F2C-A60E-981118DA7F7A}" dt="2025-12-21T14:10:44.037" v="69"/>
          <ac:cxnSpMkLst>
            <pc:docMk/>
            <pc:sldMk cId="4210001262" sldId="257"/>
            <ac:cxnSpMk id="48" creationId="{4171395C-0D5B-4C83-8CEB-2648A22390D2}"/>
          </ac:cxnSpMkLst>
        </pc:cxnChg>
      </pc:sldChg>
      <pc:sldChg chg="addSp delSp modSp new mod modClrScheme addAnim modAnim chgLayout">
        <pc:chgData name="MERT GÜNER" userId="S::mertguner@ogr365.iyte.edu.tr::ef41df9b-7808-49c8-8061-e64d37c8b2bf" providerId="AD" clId="Web-{26B24BDE-CD03-4F2C-A60E-981118DA7F7A}" dt="2025-12-21T15:12:02.467" v="241"/>
        <pc:sldMkLst>
          <pc:docMk/>
          <pc:sldMk cId="196370612" sldId="258"/>
        </pc:sldMkLst>
        <pc:spChg chg="mod ord">
          <ac:chgData name="MERT GÜNER" userId="S::mertguner@ogr365.iyte.edu.tr::ef41df9b-7808-49c8-8061-e64d37c8b2bf" providerId="AD" clId="Web-{26B24BDE-CD03-4F2C-A60E-981118DA7F7A}" dt="2025-12-21T14:50:46.294" v="167"/>
          <ac:spMkLst>
            <pc:docMk/>
            <pc:sldMk cId="196370612" sldId="258"/>
            <ac:spMk id="2" creationId="{47F000BB-3E24-F725-4FCB-BD6A8E6317E4}"/>
          </ac:spMkLst>
        </pc:spChg>
        <pc:spChg chg="del mod ord">
          <ac:chgData name="MERT GÜNER" userId="S::mertguner@ogr365.iyte.edu.tr::ef41df9b-7808-49c8-8061-e64d37c8b2bf" providerId="AD" clId="Web-{26B24BDE-CD03-4F2C-A60E-981118DA7F7A}" dt="2025-12-21T14:41:21.853" v="134"/>
          <ac:spMkLst>
            <pc:docMk/>
            <pc:sldMk cId="196370612" sldId="258"/>
            <ac:spMk id="3" creationId="{F0DE1B3C-7FFE-8281-BDAA-F5DCD9FCE01D}"/>
          </ac:spMkLst>
        </pc:spChg>
        <pc:spChg chg="add mod ord">
          <ac:chgData name="MERT GÜNER" userId="S::mertguner@ogr365.iyte.edu.tr::ef41df9b-7808-49c8-8061-e64d37c8b2bf" providerId="AD" clId="Web-{26B24BDE-CD03-4F2C-A60E-981118DA7F7A}" dt="2025-12-21T15:08:59.674" v="220" actId="1076"/>
          <ac:spMkLst>
            <pc:docMk/>
            <pc:sldMk cId="196370612" sldId="258"/>
            <ac:spMk id="4" creationId="{3747B504-762D-F7FE-302C-D49B5E214A99}"/>
          </ac:spMkLst>
        </pc:spChg>
        <pc:spChg chg="add del mod">
          <ac:chgData name="MERT GÜNER" userId="S::mertguner@ogr365.iyte.edu.tr::ef41df9b-7808-49c8-8061-e64d37c8b2bf" providerId="AD" clId="Web-{26B24BDE-CD03-4F2C-A60E-981118DA7F7A}" dt="2025-12-21T14:41:37.168" v="140"/>
          <ac:spMkLst>
            <pc:docMk/>
            <pc:sldMk cId="196370612" sldId="258"/>
            <ac:spMk id="7" creationId="{CC266BDA-EFA5-CF08-DD57-96E6E2F3DD2F}"/>
          </ac:spMkLst>
        </pc:spChg>
        <pc:spChg chg="add del mod">
          <ac:chgData name="MERT GÜNER" userId="S::mertguner@ogr365.iyte.edu.tr::ef41df9b-7808-49c8-8061-e64d37c8b2bf" providerId="AD" clId="Web-{26B24BDE-CD03-4F2C-A60E-981118DA7F7A}" dt="2025-12-21T14:41:53.218" v="142"/>
          <ac:spMkLst>
            <pc:docMk/>
            <pc:sldMk cId="196370612" sldId="258"/>
            <ac:spMk id="10" creationId="{6AFDAB30-F45F-C73A-0409-AF159A646E9F}"/>
          </ac:spMkLst>
        </pc:spChg>
        <pc:spChg chg="add del mod">
          <ac:chgData name="MERT GÜNER" userId="S::mertguner@ogr365.iyte.edu.tr::ef41df9b-7808-49c8-8061-e64d37c8b2bf" providerId="AD" clId="Web-{26B24BDE-CD03-4F2C-A60E-981118DA7F7A}" dt="2025-12-21T14:42:11.627" v="151"/>
          <ac:spMkLst>
            <pc:docMk/>
            <pc:sldMk cId="196370612" sldId="258"/>
            <ac:spMk id="13" creationId="{00E68F79-6E57-E8EA-8FAD-CA8F86D65DF4}"/>
          </ac:spMkLst>
        </pc:spChg>
        <pc:spChg chg="add del mod">
          <ac:chgData name="MERT GÜNER" userId="S::mertguner@ogr365.iyte.edu.tr::ef41df9b-7808-49c8-8061-e64d37c8b2bf" providerId="AD" clId="Web-{26B24BDE-CD03-4F2C-A60E-981118DA7F7A}" dt="2025-12-21T14:42:21.738" v="157"/>
          <ac:spMkLst>
            <pc:docMk/>
            <pc:sldMk cId="196370612" sldId="258"/>
            <ac:spMk id="16" creationId="{CE733389-AD1D-E949-3AA4-0507445F2D2B}"/>
          </ac:spMkLst>
        </pc:spChg>
        <pc:spChg chg="add mod">
          <ac:chgData name="MERT GÜNER" userId="S::mertguner@ogr365.iyte.edu.tr::ef41df9b-7808-49c8-8061-e64d37c8b2bf" providerId="AD" clId="Web-{26B24BDE-CD03-4F2C-A60E-981118DA7F7A}" dt="2025-12-21T15:09:03.987" v="222" actId="1076"/>
          <ac:spMkLst>
            <pc:docMk/>
            <pc:sldMk cId="196370612" sldId="258"/>
            <ac:spMk id="18" creationId="{C9A125E8-C8DF-5827-0A2A-0C30A9E97BC8}"/>
          </ac:spMkLst>
        </pc:spChg>
        <pc:spChg chg="add mod">
          <ac:chgData name="MERT GÜNER" userId="S::mertguner@ogr365.iyte.edu.tr::ef41df9b-7808-49c8-8061-e64d37c8b2bf" providerId="AD" clId="Web-{26B24BDE-CD03-4F2C-A60E-981118DA7F7A}" dt="2025-12-21T15:09:02.299" v="221" actId="1076"/>
          <ac:spMkLst>
            <pc:docMk/>
            <pc:sldMk cId="196370612" sldId="258"/>
            <ac:spMk id="19" creationId="{7B63CE92-2960-1793-E307-00E49F05AE1B}"/>
          </ac:spMkLst>
        </pc:spChg>
        <pc:spChg chg="add mod">
          <ac:chgData name="MERT GÜNER" userId="S::mertguner@ogr365.iyte.edu.tr::ef41df9b-7808-49c8-8061-e64d37c8b2bf" providerId="AD" clId="Web-{26B24BDE-CD03-4F2C-A60E-981118DA7F7A}" dt="2025-12-21T14:59:35.133" v="201" actId="1076"/>
          <ac:spMkLst>
            <pc:docMk/>
            <pc:sldMk cId="196370612" sldId="258"/>
            <ac:spMk id="22" creationId="{6F113434-AAE4-7079-467A-0D72ADE4E89F}"/>
          </ac:spMkLst>
        </pc:spChg>
        <pc:graphicFrameChg chg="add mod modGraphic">
          <ac:chgData name="MERT GÜNER" userId="S::mertguner@ogr365.iyte.edu.tr::ef41df9b-7808-49c8-8061-e64d37c8b2bf" providerId="AD" clId="Web-{26B24BDE-CD03-4F2C-A60E-981118DA7F7A}" dt="2025-12-21T14:59:41.134" v="202" actId="1076"/>
          <ac:graphicFrameMkLst>
            <pc:docMk/>
            <pc:sldMk cId="196370612" sldId="258"/>
            <ac:graphicFrameMk id="21" creationId="{67499EB4-91A6-D3D5-35ED-FF2ABA348B65}"/>
          </ac:graphicFrameMkLst>
        </pc:graphicFrameChg>
        <pc:picChg chg="add del mod ord">
          <ac:chgData name="MERT GÜNER" userId="S::mertguner@ogr365.iyte.edu.tr::ef41df9b-7808-49c8-8061-e64d37c8b2bf" providerId="AD" clId="Web-{26B24BDE-CD03-4F2C-A60E-981118DA7F7A}" dt="2025-12-21T14:41:36.543" v="139"/>
          <ac:picMkLst>
            <pc:docMk/>
            <pc:sldMk cId="196370612" sldId="258"/>
            <ac:picMk id="5" creationId="{964F3A5F-4292-7B54-93A0-2BAA9B202A8F}"/>
          </ac:picMkLst>
        </pc:picChg>
        <pc:picChg chg="add del mod ord">
          <ac:chgData name="MERT GÜNER" userId="S::mertguner@ogr365.iyte.edu.tr::ef41df9b-7808-49c8-8061-e64d37c8b2bf" providerId="AD" clId="Web-{26B24BDE-CD03-4F2C-A60E-981118DA7F7A}" dt="2025-12-21T14:41:41.763" v="141"/>
          <ac:picMkLst>
            <pc:docMk/>
            <pc:sldMk cId="196370612" sldId="258"/>
            <ac:picMk id="8" creationId="{88FF9727-06F0-2BFE-5640-7389D9ABDF92}"/>
          </ac:picMkLst>
        </pc:picChg>
        <pc:picChg chg="add del mod ord">
          <ac:chgData name="MERT GÜNER" userId="S::mertguner@ogr365.iyte.edu.tr::ef41df9b-7808-49c8-8061-e64d37c8b2bf" providerId="AD" clId="Web-{26B24BDE-CD03-4F2C-A60E-981118DA7F7A}" dt="2025-12-21T14:42:02.657" v="148"/>
          <ac:picMkLst>
            <pc:docMk/>
            <pc:sldMk cId="196370612" sldId="258"/>
            <ac:picMk id="11" creationId="{C77B174B-89D2-DDFD-B71F-A5EE145FAD24}"/>
          </ac:picMkLst>
        </pc:picChg>
        <pc:picChg chg="add del mod ord">
          <ac:chgData name="MERT GÜNER" userId="S::mertguner@ogr365.iyte.edu.tr::ef41df9b-7808-49c8-8061-e64d37c8b2bf" providerId="AD" clId="Web-{26B24BDE-CD03-4F2C-A60E-981118DA7F7A}" dt="2025-12-21T14:42:18.613" v="156"/>
          <ac:picMkLst>
            <pc:docMk/>
            <pc:sldMk cId="196370612" sldId="258"/>
            <ac:picMk id="14" creationId="{122C4DBC-75E8-2A7C-B201-AE4166534D71}"/>
          </ac:picMkLst>
        </pc:picChg>
        <pc:picChg chg="add del mod">
          <ac:chgData name="MERT GÜNER" userId="S::mertguner@ogr365.iyte.edu.tr::ef41df9b-7808-49c8-8061-e64d37c8b2bf" providerId="AD" clId="Web-{26B24BDE-CD03-4F2C-A60E-981118DA7F7A}" dt="2025-12-21T14:46:10.904" v="165"/>
          <ac:picMkLst>
            <pc:docMk/>
            <pc:sldMk cId="196370612" sldId="258"/>
            <ac:picMk id="17" creationId="{B8459328-4789-698E-9CFB-763AAC16BC87}"/>
          </ac:picMkLst>
        </pc:picChg>
      </pc:sldChg>
      <pc:sldChg chg="addSp modSp new addAnim modAnim">
        <pc:chgData name="MERT GÜNER" userId="S::mertguner@ogr365.iyte.edu.tr::ef41df9b-7808-49c8-8061-e64d37c8b2bf" providerId="AD" clId="Web-{26B24BDE-CD03-4F2C-A60E-981118DA7F7A}" dt="2025-12-21T15:16:51.188" v="272" actId="1076"/>
        <pc:sldMkLst>
          <pc:docMk/>
          <pc:sldMk cId="3515191623" sldId="259"/>
        </pc:sldMkLst>
        <pc:spChg chg="mod">
          <ac:chgData name="MERT GÜNER" userId="S::mertguner@ogr365.iyte.edu.tr::ef41df9b-7808-49c8-8061-e64d37c8b2bf" providerId="AD" clId="Web-{26B24BDE-CD03-4F2C-A60E-981118DA7F7A}" dt="2025-12-21T15:09:26.393" v="225" actId="1076"/>
          <ac:spMkLst>
            <pc:docMk/>
            <pc:sldMk cId="3515191623" sldId="259"/>
            <ac:spMk id="3" creationId="{C800E19D-7D32-9863-5BB2-E5B4A387F450}"/>
          </ac:spMkLst>
        </pc:spChg>
        <pc:spChg chg="add mod">
          <ac:chgData name="MERT GÜNER" userId="S::mertguner@ogr365.iyte.edu.tr::ef41df9b-7808-49c8-8061-e64d37c8b2bf" providerId="AD" clId="Web-{26B24BDE-CD03-4F2C-A60E-981118DA7F7A}" dt="2025-12-21T15:09:35.128" v="227" actId="1076"/>
          <ac:spMkLst>
            <pc:docMk/>
            <pc:sldMk cId="3515191623" sldId="259"/>
            <ac:spMk id="5" creationId="{DF94EFE5-5EBD-C177-2582-CF2B1EF17D6A}"/>
          </ac:spMkLst>
        </pc:spChg>
        <pc:spChg chg="add mod">
          <ac:chgData name="MERT GÜNER" userId="S::mertguner@ogr365.iyte.edu.tr::ef41df9b-7808-49c8-8061-e64d37c8b2bf" providerId="AD" clId="Web-{26B24BDE-CD03-4F2C-A60E-981118DA7F7A}" dt="2025-12-21T15:10:47.183" v="230" actId="14100"/>
          <ac:spMkLst>
            <pc:docMk/>
            <pc:sldMk cId="3515191623" sldId="259"/>
            <ac:spMk id="6" creationId="{AFAA4205-007B-C98F-78AA-14995F46B945}"/>
          </ac:spMkLst>
        </pc:spChg>
        <pc:spChg chg="add mod">
          <ac:chgData name="MERT GÜNER" userId="S::mertguner@ogr365.iyte.edu.tr::ef41df9b-7808-49c8-8061-e64d37c8b2bf" providerId="AD" clId="Web-{26B24BDE-CD03-4F2C-A60E-981118DA7F7A}" dt="2025-12-21T15:16:51.188" v="272" actId="1076"/>
          <ac:spMkLst>
            <pc:docMk/>
            <pc:sldMk cId="3515191623" sldId="259"/>
            <ac:spMk id="8" creationId="{D79FFF20-26B8-56DB-3D72-000877303E1A}"/>
          </ac:spMkLst>
        </pc:spChg>
        <pc:picChg chg="add mod">
          <ac:chgData name="MERT GÜNER" userId="S::mertguner@ogr365.iyte.edu.tr::ef41df9b-7808-49c8-8061-e64d37c8b2bf" providerId="AD" clId="Web-{26B24BDE-CD03-4F2C-A60E-981118DA7F7A}" dt="2025-12-21T15:15:19.985" v="266" actId="1076"/>
          <ac:picMkLst>
            <pc:docMk/>
            <pc:sldMk cId="3515191623" sldId="259"/>
            <ac:picMk id="7" creationId="{55A350DC-B60F-1117-1208-042FFAED9B9B}"/>
          </ac:picMkLst>
        </pc:picChg>
      </pc:sldChg>
      <pc:sldChg chg="new">
        <pc:chgData name="MERT GÜNER" userId="S::mertguner@ogr365.iyte.edu.tr::ef41df9b-7808-49c8-8061-e64d37c8b2bf" providerId="AD" clId="Web-{26B24BDE-CD03-4F2C-A60E-981118DA7F7A}" dt="2025-12-21T15:20:35.186" v="273"/>
        <pc:sldMkLst>
          <pc:docMk/>
          <pc:sldMk cId="2785098133" sldId="260"/>
        </pc:sldMkLst>
      </pc:sldChg>
      <pc:sldMasterChg chg="add del addSldLayout delSldLayout">
        <pc:chgData name="MERT GÜNER" userId="S::mertguner@ogr365.iyte.edu.tr::ef41df9b-7808-49c8-8061-e64d37c8b2bf" providerId="AD" clId="Web-{26B24BDE-CD03-4F2C-A60E-981118DA7F7A}" dt="2025-12-21T14:06:01.632" v="61"/>
        <pc:sldMasterMkLst>
          <pc:docMk/>
          <pc:sldMasterMk cId="2420073800" sldId="2147483798"/>
        </pc:sldMasterMkLst>
        <pc:sldLayoutChg chg="add del">
          <pc:chgData name="MERT GÜNER" userId="S::mertguner@ogr365.iyte.edu.tr::ef41df9b-7808-49c8-8061-e64d37c8b2bf" providerId="AD" clId="Web-{26B24BDE-CD03-4F2C-A60E-981118DA7F7A}" dt="2025-12-21T14:06:01.632" v="61"/>
          <pc:sldLayoutMkLst>
            <pc:docMk/>
            <pc:sldMasterMk cId="2420073800" sldId="2147483798"/>
            <pc:sldLayoutMk cId="1484812975" sldId="2147483787"/>
          </pc:sldLayoutMkLst>
        </pc:sldLayoutChg>
        <pc:sldLayoutChg chg="add del">
          <pc:chgData name="MERT GÜNER" userId="S::mertguner@ogr365.iyte.edu.tr::ef41df9b-7808-49c8-8061-e64d37c8b2bf" providerId="AD" clId="Web-{26B24BDE-CD03-4F2C-A60E-981118DA7F7A}" dt="2025-12-21T14:06:01.632" v="61"/>
          <pc:sldLayoutMkLst>
            <pc:docMk/>
            <pc:sldMasterMk cId="2420073800" sldId="2147483798"/>
            <pc:sldLayoutMk cId="1971976938" sldId="2147483788"/>
          </pc:sldLayoutMkLst>
        </pc:sldLayoutChg>
        <pc:sldLayoutChg chg="add del">
          <pc:chgData name="MERT GÜNER" userId="S::mertguner@ogr365.iyte.edu.tr::ef41df9b-7808-49c8-8061-e64d37c8b2bf" providerId="AD" clId="Web-{26B24BDE-CD03-4F2C-A60E-981118DA7F7A}" dt="2025-12-21T14:06:01.632" v="61"/>
          <pc:sldLayoutMkLst>
            <pc:docMk/>
            <pc:sldMasterMk cId="2420073800" sldId="2147483798"/>
            <pc:sldLayoutMk cId="735225079" sldId="2147483789"/>
          </pc:sldLayoutMkLst>
        </pc:sldLayoutChg>
        <pc:sldLayoutChg chg="add del">
          <pc:chgData name="MERT GÜNER" userId="S::mertguner@ogr365.iyte.edu.tr::ef41df9b-7808-49c8-8061-e64d37c8b2bf" providerId="AD" clId="Web-{26B24BDE-CD03-4F2C-A60E-981118DA7F7A}" dt="2025-12-21T14:06:01.632" v="61"/>
          <pc:sldLayoutMkLst>
            <pc:docMk/>
            <pc:sldMasterMk cId="2420073800" sldId="2147483798"/>
            <pc:sldLayoutMk cId="4102802132" sldId="2147483790"/>
          </pc:sldLayoutMkLst>
        </pc:sldLayoutChg>
        <pc:sldLayoutChg chg="add del">
          <pc:chgData name="MERT GÜNER" userId="S::mertguner@ogr365.iyte.edu.tr::ef41df9b-7808-49c8-8061-e64d37c8b2bf" providerId="AD" clId="Web-{26B24BDE-CD03-4F2C-A60E-981118DA7F7A}" dt="2025-12-21T14:06:01.632" v="61"/>
          <pc:sldLayoutMkLst>
            <pc:docMk/>
            <pc:sldMasterMk cId="2420073800" sldId="2147483798"/>
            <pc:sldLayoutMk cId="3665228594" sldId="2147483791"/>
          </pc:sldLayoutMkLst>
        </pc:sldLayoutChg>
        <pc:sldLayoutChg chg="add del">
          <pc:chgData name="MERT GÜNER" userId="S::mertguner@ogr365.iyte.edu.tr::ef41df9b-7808-49c8-8061-e64d37c8b2bf" providerId="AD" clId="Web-{26B24BDE-CD03-4F2C-A60E-981118DA7F7A}" dt="2025-12-21T14:06:01.632" v="61"/>
          <pc:sldLayoutMkLst>
            <pc:docMk/>
            <pc:sldMasterMk cId="2420073800" sldId="2147483798"/>
            <pc:sldLayoutMk cId="4208377037" sldId="2147483792"/>
          </pc:sldLayoutMkLst>
        </pc:sldLayoutChg>
        <pc:sldLayoutChg chg="add del">
          <pc:chgData name="MERT GÜNER" userId="S::mertguner@ogr365.iyte.edu.tr::ef41df9b-7808-49c8-8061-e64d37c8b2bf" providerId="AD" clId="Web-{26B24BDE-CD03-4F2C-A60E-981118DA7F7A}" dt="2025-12-21T14:06:01.632" v="61"/>
          <pc:sldLayoutMkLst>
            <pc:docMk/>
            <pc:sldMasterMk cId="2420073800" sldId="2147483798"/>
            <pc:sldLayoutMk cId="2249529591" sldId="2147483793"/>
          </pc:sldLayoutMkLst>
        </pc:sldLayoutChg>
        <pc:sldLayoutChg chg="add del">
          <pc:chgData name="MERT GÜNER" userId="S::mertguner@ogr365.iyte.edu.tr::ef41df9b-7808-49c8-8061-e64d37c8b2bf" providerId="AD" clId="Web-{26B24BDE-CD03-4F2C-A60E-981118DA7F7A}" dt="2025-12-21T14:06:01.632" v="61"/>
          <pc:sldLayoutMkLst>
            <pc:docMk/>
            <pc:sldMasterMk cId="2420073800" sldId="2147483798"/>
            <pc:sldLayoutMk cId="1761315962" sldId="2147483794"/>
          </pc:sldLayoutMkLst>
        </pc:sldLayoutChg>
        <pc:sldLayoutChg chg="add del">
          <pc:chgData name="MERT GÜNER" userId="S::mertguner@ogr365.iyte.edu.tr::ef41df9b-7808-49c8-8061-e64d37c8b2bf" providerId="AD" clId="Web-{26B24BDE-CD03-4F2C-A60E-981118DA7F7A}" dt="2025-12-21T14:06:01.632" v="61"/>
          <pc:sldLayoutMkLst>
            <pc:docMk/>
            <pc:sldMasterMk cId="2420073800" sldId="2147483798"/>
            <pc:sldLayoutMk cId="3073912926" sldId="2147483795"/>
          </pc:sldLayoutMkLst>
        </pc:sldLayoutChg>
        <pc:sldLayoutChg chg="add del">
          <pc:chgData name="MERT GÜNER" userId="S::mertguner@ogr365.iyte.edu.tr::ef41df9b-7808-49c8-8061-e64d37c8b2bf" providerId="AD" clId="Web-{26B24BDE-CD03-4F2C-A60E-981118DA7F7A}" dt="2025-12-21T14:06:01.632" v="61"/>
          <pc:sldLayoutMkLst>
            <pc:docMk/>
            <pc:sldMasterMk cId="2420073800" sldId="2147483798"/>
            <pc:sldLayoutMk cId="3004097277" sldId="2147483796"/>
          </pc:sldLayoutMkLst>
        </pc:sldLayoutChg>
        <pc:sldLayoutChg chg="add del">
          <pc:chgData name="MERT GÜNER" userId="S::mertguner@ogr365.iyte.edu.tr::ef41df9b-7808-49c8-8061-e64d37c8b2bf" providerId="AD" clId="Web-{26B24BDE-CD03-4F2C-A60E-981118DA7F7A}" dt="2025-12-21T14:06:01.632" v="61"/>
          <pc:sldLayoutMkLst>
            <pc:docMk/>
            <pc:sldMasterMk cId="2420073800" sldId="2147483798"/>
            <pc:sldLayoutMk cId="3518035564" sldId="2147483797"/>
          </pc:sldLayoutMkLst>
        </pc:sldLayoutChg>
      </pc:sldMasterChg>
      <pc:sldMasterChg chg="add del addSldLayout delSldLayout modSldLayout">
        <pc:chgData name="MERT GÜNER" userId="S::mertguner@ogr365.iyte.edu.tr::ef41df9b-7808-49c8-8061-e64d37c8b2bf" providerId="AD" clId="Web-{26B24BDE-CD03-4F2C-A60E-981118DA7F7A}" dt="2025-12-21T14:06:01.632" v="61"/>
        <pc:sldMasterMkLst>
          <pc:docMk/>
          <pc:sldMasterMk cId="2394810814" sldId="2147483799"/>
        </pc:sldMasterMkLst>
        <pc:sldLayoutChg chg="add del mod replId">
          <pc:chgData name="MERT GÜNER" userId="S::mertguner@ogr365.iyte.edu.tr::ef41df9b-7808-49c8-8061-e64d37c8b2bf" providerId="AD" clId="Web-{26B24BDE-CD03-4F2C-A60E-981118DA7F7A}" dt="2025-12-21T14:06:01.632" v="61"/>
          <pc:sldLayoutMkLst>
            <pc:docMk/>
            <pc:sldMasterMk cId="2394810814" sldId="2147483799"/>
            <pc:sldLayoutMk cId="492170770" sldId="2147483800"/>
          </pc:sldLayoutMkLst>
        </pc:sldLayoutChg>
        <pc:sldLayoutChg chg="add del mod replId">
          <pc:chgData name="MERT GÜNER" userId="S::mertguner@ogr365.iyte.edu.tr::ef41df9b-7808-49c8-8061-e64d37c8b2bf" providerId="AD" clId="Web-{26B24BDE-CD03-4F2C-A60E-981118DA7F7A}" dt="2025-12-21T14:06:01.632" v="61"/>
          <pc:sldLayoutMkLst>
            <pc:docMk/>
            <pc:sldMasterMk cId="2394810814" sldId="2147483799"/>
            <pc:sldLayoutMk cId="366886949" sldId="2147483801"/>
          </pc:sldLayoutMkLst>
        </pc:sldLayoutChg>
        <pc:sldLayoutChg chg="add del mod replId">
          <pc:chgData name="MERT GÜNER" userId="S::mertguner@ogr365.iyte.edu.tr::ef41df9b-7808-49c8-8061-e64d37c8b2bf" providerId="AD" clId="Web-{26B24BDE-CD03-4F2C-A60E-981118DA7F7A}" dt="2025-12-21T14:06:01.632" v="61"/>
          <pc:sldLayoutMkLst>
            <pc:docMk/>
            <pc:sldMasterMk cId="2394810814" sldId="2147483799"/>
            <pc:sldLayoutMk cId="892657079" sldId="2147483802"/>
          </pc:sldLayoutMkLst>
        </pc:sldLayoutChg>
        <pc:sldLayoutChg chg="add del mod replId">
          <pc:chgData name="MERT GÜNER" userId="S::mertguner@ogr365.iyte.edu.tr::ef41df9b-7808-49c8-8061-e64d37c8b2bf" providerId="AD" clId="Web-{26B24BDE-CD03-4F2C-A60E-981118DA7F7A}" dt="2025-12-21T14:06:01.632" v="61"/>
          <pc:sldLayoutMkLst>
            <pc:docMk/>
            <pc:sldMasterMk cId="2394810814" sldId="2147483799"/>
            <pc:sldLayoutMk cId="1934891081" sldId="2147483803"/>
          </pc:sldLayoutMkLst>
        </pc:sldLayoutChg>
        <pc:sldLayoutChg chg="add del mod replId">
          <pc:chgData name="MERT GÜNER" userId="S::mertguner@ogr365.iyte.edu.tr::ef41df9b-7808-49c8-8061-e64d37c8b2bf" providerId="AD" clId="Web-{26B24BDE-CD03-4F2C-A60E-981118DA7F7A}" dt="2025-12-21T14:06:01.632" v="61"/>
          <pc:sldLayoutMkLst>
            <pc:docMk/>
            <pc:sldMasterMk cId="2394810814" sldId="2147483799"/>
            <pc:sldLayoutMk cId="672036180" sldId="2147483804"/>
          </pc:sldLayoutMkLst>
        </pc:sldLayoutChg>
        <pc:sldLayoutChg chg="add del mod replId">
          <pc:chgData name="MERT GÜNER" userId="S::mertguner@ogr365.iyte.edu.tr::ef41df9b-7808-49c8-8061-e64d37c8b2bf" providerId="AD" clId="Web-{26B24BDE-CD03-4F2C-A60E-981118DA7F7A}" dt="2025-12-21T14:06:01.632" v="61"/>
          <pc:sldLayoutMkLst>
            <pc:docMk/>
            <pc:sldMasterMk cId="2394810814" sldId="2147483799"/>
            <pc:sldLayoutMk cId="2939380340" sldId="2147483805"/>
          </pc:sldLayoutMkLst>
        </pc:sldLayoutChg>
        <pc:sldLayoutChg chg="add del mod replId">
          <pc:chgData name="MERT GÜNER" userId="S::mertguner@ogr365.iyte.edu.tr::ef41df9b-7808-49c8-8061-e64d37c8b2bf" providerId="AD" clId="Web-{26B24BDE-CD03-4F2C-A60E-981118DA7F7A}" dt="2025-12-21T14:06:01.632" v="61"/>
          <pc:sldLayoutMkLst>
            <pc:docMk/>
            <pc:sldMasterMk cId="2394810814" sldId="2147483799"/>
            <pc:sldLayoutMk cId="652595544" sldId="2147483806"/>
          </pc:sldLayoutMkLst>
        </pc:sldLayoutChg>
        <pc:sldLayoutChg chg="add del mod replId">
          <pc:chgData name="MERT GÜNER" userId="S::mertguner@ogr365.iyte.edu.tr::ef41df9b-7808-49c8-8061-e64d37c8b2bf" providerId="AD" clId="Web-{26B24BDE-CD03-4F2C-A60E-981118DA7F7A}" dt="2025-12-21T14:06:01.632" v="61"/>
          <pc:sldLayoutMkLst>
            <pc:docMk/>
            <pc:sldMasterMk cId="2394810814" sldId="2147483799"/>
            <pc:sldLayoutMk cId="294685614" sldId="2147483807"/>
          </pc:sldLayoutMkLst>
        </pc:sldLayoutChg>
        <pc:sldLayoutChg chg="add del mod replId">
          <pc:chgData name="MERT GÜNER" userId="S::mertguner@ogr365.iyte.edu.tr::ef41df9b-7808-49c8-8061-e64d37c8b2bf" providerId="AD" clId="Web-{26B24BDE-CD03-4F2C-A60E-981118DA7F7A}" dt="2025-12-21T14:06:01.632" v="61"/>
          <pc:sldLayoutMkLst>
            <pc:docMk/>
            <pc:sldMasterMk cId="2394810814" sldId="2147483799"/>
            <pc:sldLayoutMk cId="2899397813" sldId="2147483808"/>
          </pc:sldLayoutMkLst>
        </pc:sldLayoutChg>
        <pc:sldLayoutChg chg="add del mod replId">
          <pc:chgData name="MERT GÜNER" userId="S::mertguner@ogr365.iyte.edu.tr::ef41df9b-7808-49c8-8061-e64d37c8b2bf" providerId="AD" clId="Web-{26B24BDE-CD03-4F2C-A60E-981118DA7F7A}" dt="2025-12-21T14:06:01.632" v="61"/>
          <pc:sldLayoutMkLst>
            <pc:docMk/>
            <pc:sldMasterMk cId="2394810814" sldId="2147483799"/>
            <pc:sldLayoutMk cId="2007630605" sldId="2147483809"/>
          </pc:sldLayoutMkLst>
        </pc:sldLayoutChg>
        <pc:sldLayoutChg chg="add del mod replId">
          <pc:chgData name="MERT GÜNER" userId="S::mertguner@ogr365.iyte.edu.tr::ef41df9b-7808-49c8-8061-e64d37c8b2bf" providerId="AD" clId="Web-{26B24BDE-CD03-4F2C-A60E-981118DA7F7A}" dt="2025-12-21T14:06:01.632" v="61"/>
          <pc:sldLayoutMkLst>
            <pc:docMk/>
            <pc:sldMasterMk cId="2394810814" sldId="2147483799"/>
            <pc:sldLayoutMk cId="2496679818" sldId="2147483810"/>
          </pc:sldLayoutMkLst>
        </pc:sldLayoutChg>
      </pc:sldMasterChg>
      <pc:sldMasterChg chg="add del addSldLayout delSldLayout modSldLayout">
        <pc:chgData name="MERT GÜNER" userId="S::mertguner@ogr365.iyte.edu.tr::ef41df9b-7808-49c8-8061-e64d37c8b2bf" providerId="AD" clId="Web-{26B24BDE-CD03-4F2C-A60E-981118DA7F7A}" dt="2025-12-21T14:06:01.272" v="60"/>
        <pc:sldMasterMkLst>
          <pc:docMk/>
          <pc:sldMasterMk cId="3020367086" sldId="2147483811"/>
        </pc:sldMasterMkLst>
        <pc:sldLayoutChg chg="add del mod replId">
          <pc:chgData name="MERT GÜNER" userId="S::mertguner@ogr365.iyte.edu.tr::ef41df9b-7808-49c8-8061-e64d37c8b2bf" providerId="AD" clId="Web-{26B24BDE-CD03-4F2C-A60E-981118DA7F7A}" dt="2025-12-21T14:06:01.272" v="60"/>
          <pc:sldLayoutMkLst>
            <pc:docMk/>
            <pc:sldMasterMk cId="3020367086" sldId="2147483811"/>
            <pc:sldLayoutMk cId="1174296757" sldId="2147483812"/>
          </pc:sldLayoutMkLst>
        </pc:sldLayoutChg>
        <pc:sldLayoutChg chg="add del mod replId">
          <pc:chgData name="MERT GÜNER" userId="S::mertguner@ogr365.iyte.edu.tr::ef41df9b-7808-49c8-8061-e64d37c8b2bf" providerId="AD" clId="Web-{26B24BDE-CD03-4F2C-A60E-981118DA7F7A}" dt="2025-12-21T14:06:01.272" v="60"/>
          <pc:sldLayoutMkLst>
            <pc:docMk/>
            <pc:sldMasterMk cId="3020367086" sldId="2147483811"/>
            <pc:sldLayoutMk cId="3363971532" sldId="2147483813"/>
          </pc:sldLayoutMkLst>
        </pc:sldLayoutChg>
        <pc:sldLayoutChg chg="add del mod replId">
          <pc:chgData name="MERT GÜNER" userId="S::mertguner@ogr365.iyte.edu.tr::ef41df9b-7808-49c8-8061-e64d37c8b2bf" providerId="AD" clId="Web-{26B24BDE-CD03-4F2C-A60E-981118DA7F7A}" dt="2025-12-21T14:06:01.272" v="60"/>
          <pc:sldLayoutMkLst>
            <pc:docMk/>
            <pc:sldMasterMk cId="3020367086" sldId="2147483811"/>
            <pc:sldLayoutMk cId="3344740827" sldId="2147483814"/>
          </pc:sldLayoutMkLst>
        </pc:sldLayoutChg>
        <pc:sldLayoutChg chg="add del mod replId">
          <pc:chgData name="MERT GÜNER" userId="S::mertguner@ogr365.iyte.edu.tr::ef41df9b-7808-49c8-8061-e64d37c8b2bf" providerId="AD" clId="Web-{26B24BDE-CD03-4F2C-A60E-981118DA7F7A}" dt="2025-12-21T14:06:01.272" v="60"/>
          <pc:sldLayoutMkLst>
            <pc:docMk/>
            <pc:sldMasterMk cId="3020367086" sldId="2147483811"/>
            <pc:sldLayoutMk cId="954939025" sldId="2147483815"/>
          </pc:sldLayoutMkLst>
        </pc:sldLayoutChg>
        <pc:sldLayoutChg chg="add del mod replId">
          <pc:chgData name="MERT GÜNER" userId="S::mertguner@ogr365.iyte.edu.tr::ef41df9b-7808-49c8-8061-e64d37c8b2bf" providerId="AD" clId="Web-{26B24BDE-CD03-4F2C-A60E-981118DA7F7A}" dt="2025-12-21T14:06:01.272" v="60"/>
          <pc:sldLayoutMkLst>
            <pc:docMk/>
            <pc:sldMasterMk cId="3020367086" sldId="2147483811"/>
            <pc:sldLayoutMk cId="868878696" sldId="2147483816"/>
          </pc:sldLayoutMkLst>
        </pc:sldLayoutChg>
        <pc:sldLayoutChg chg="add del mod replId">
          <pc:chgData name="MERT GÜNER" userId="S::mertguner@ogr365.iyte.edu.tr::ef41df9b-7808-49c8-8061-e64d37c8b2bf" providerId="AD" clId="Web-{26B24BDE-CD03-4F2C-A60E-981118DA7F7A}" dt="2025-12-21T14:06:01.272" v="60"/>
          <pc:sldLayoutMkLst>
            <pc:docMk/>
            <pc:sldMasterMk cId="3020367086" sldId="2147483811"/>
            <pc:sldLayoutMk cId="1935996008" sldId="2147483817"/>
          </pc:sldLayoutMkLst>
        </pc:sldLayoutChg>
        <pc:sldLayoutChg chg="add del mod replId">
          <pc:chgData name="MERT GÜNER" userId="S::mertguner@ogr365.iyte.edu.tr::ef41df9b-7808-49c8-8061-e64d37c8b2bf" providerId="AD" clId="Web-{26B24BDE-CD03-4F2C-A60E-981118DA7F7A}" dt="2025-12-21T14:06:01.272" v="60"/>
          <pc:sldLayoutMkLst>
            <pc:docMk/>
            <pc:sldMasterMk cId="3020367086" sldId="2147483811"/>
            <pc:sldLayoutMk cId="1099147002" sldId="2147483818"/>
          </pc:sldLayoutMkLst>
        </pc:sldLayoutChg>
        <pc:sldLayoutChg chg="add del mod replId">
          <pc:chgData name="MERT GÜNER" userId="S::mertguner@ogr365.iyte.edu.tr::ef41df9b-7808-49c8-8061-e64d37c8b2bf" providerId="AD" clId="Web-{26B24BDE-CD03-4F2C-A60E-981118DA7F7A}" dt="2025-12-21T14:06:01.272" v="60"/>
          <pc:sldLayoutMkLst>
            <pc:docMk/>
            <pc:sldMasterMk cId="3020367086" sldId="2147483811"/>
            <pc:sldLayoutMk cId="4260645027" sldId="2147483819"/>
          </pc:sldLayoutMkLst>
        </pc:sldLayoutChg>
        <pc:sldLayoutChg chg="add del mod replId">
          <pc:chgData name="MERT GÜNER" userId="S::mertguner@ogr365.iyte.edu.tr::ef41df9b-7808-49c8-8061-e64d37c8b2bf" providerId="AD" clId="Web-{26B24BDE-CD03-4F2C-A60E-981118DA7F7A}" dt="2025-12-21T14:06:01.272" v="60"/>
          <pc:sldLayoutMkLst>
            <pc:docMk/>
            <pc:sldMasterMk cId="3020367086" sldId="2147483811"/>
            <pc:sldLayoutMk cId="779339904" sldId="2147483820"/>
          </pc:sldLayoutMkLst>
        </pc:sldLayoutChg>
        <pc:sldLayoutChg chg="add del mod replId">
          <pc:chgData name="MERT GÜNER" userId="S::mertguner@ogr365.iyte.edu.tr::ef41df9b-7808-49c8-8061-e64d37c8b2bf" providerId="AD" clId="Web-{26B24BDE-CD03-4F2C-A60E-981118DA7F7A}" dt="2025-12-21T14:06:01.272" v="60"/>
          <pc:sldLayoutMkLst>
            <pc:docMk/>
            <pc:sldMasterMk cId="3020367086" sldId="2147483811"/>
            <pc:sldLayoutMk cId="3253158819" sldId="2147483821"/>
          </pc:sldLayoutMkLst>
        </pc:sldLayoutChg>
        <pc:sldLayoutChg chg="add del mod replId">
          <pc:chgData name="MERT GÜNER" userId="S::mertguner@ogr365.iyte.edu.tr::ef41df9b-7808-49c8-8061-e64d37c8b2bf" providerId="AD" clId="Web-{26B24BDE-CD03-4F2C-A60E-981118DA7F7A}" dt="2025-12-21T14:06:01.272" v="60"/>
          <pc:sldLayoutMkLst>
            <pc:docMk/>
            <pc:sldMasterMk cId="3020367086" sldId="2147483811"/>
            <pc:sldLayoutMk cId="2420357197" sldId="2147483822"/>
          </pc:sldLayoutMkLst>
        </pc:sldLayoutChg>
      </pc:sldMasterChg>
    </pc:docChg>
  </pc:docChgLst>
  <pc:docChgLst>
    <pc:chgData name="MERT GÜNER" userId="S::mertguner@ogr365.iyte.edu.tr::ef41df9b-7808-49c8-8061-e64d37c8b2bf" providerId="AD" clId="Web-{4BBA5633-3153-4C23-BAE7-7E3A847C6F38}"/>
    <pc:docChg chg="addSld modSld">
      <pc:chgData name="MERT GÜNER" userId="S::mertguner@ogr365.iyte.edu.tr::ef41df9b-7808-49c8-8061-e64d37c8b2bf" providerId="AD" clId="Web-{4BBA5633-3153-4C23-BAE7-7E3A847C6F38}" dt="2025-12-21T20:03:02.268" v="91"/>
      <pc:docMkLst>
        <pc:docMk/>
      </pc:docMkLst>
      <pc:sldChg chg="addSp delSp modSp addAnim delAnim">
        <pc:chgData name="MERT GÜNER" userId="S::mertguner@ogr365.iyte.edu.tr::ef41df9b-7808-49c8-8061-e64d37c8b2bf" providerId="AD" clId="Web-{4BBA5633-3153-4C23-BAE7-7E3A847C6F38}" dt="2025-12-21T17:15:48.726" v="65" actId="1076"/>
        <pc:sldMkLst>
          <pc:docMk/>
          <pc:sldMk cId="3936318809" sldId="262"/>
        </pc:sldMkLst>
        <pc:spChg chg="mod">
          <ac:chgData name="MERT GÜNER" userId="S::mertguner@ogr365.iyte.edu.tr::ef41df9b-7808-49c8-8061-e64d37c8b2bf" providerId="AD" clId="Web-{4BBA5633-3153-4C23-BAE7-7E3A847C6F38}" dt="2025-12-21T16:51:46.827" v="28" actId="14100"/>
          <ac:spMkLst>
            <pc:docMk/>
            <pc:sldMk cId="3936318809" sldId="262"/>
            <ac:spMk id="3" creationId="{03CBB32F-B9CA-AB90-032D-8905249C7F79}"/>
          </ac:spMkLst>
        </pc:spChg>
        <pc:spChg chg="del mod">
          <ac:chgData name="MERT GÜNER" userId="S::mertguner@ogr365.iyte.edu.tr::ef41df9b-7808-49c8-8061-e64d37c8b2bf" providerId="AD" clId="Web-{4BBA5633-3153-4C23-BAE7-7E3A847C6F38}" dt="2025-12-21T16:54:29.981" v="38"/>
          <ac:spMkLst>
            <pc:docMk/>
            <pc:sldMk cId="3936318809" sldId="262"/>
            <ac:spMk id="5" creationId="{3227B9B3-EE6A-2831-5DBD-9BFE6BD493AC}"/>
          </ac:spMkLst>
        </pc:spChg>
        <pc:spChg chg="mod">
          <ac:chgData name="MERT GÜNER" userId="S::mertguner@ogr365.iyte.edu.tr::ef41df9b-7808-49c8-8061-e64d37c8b2bf" providerId="AD" clId="Web-{4BBA5633-3153-4C23-BAE7-7E3A847C6F38}" dt="2025-12-21T17:15:48.726" v="65" actId="1076"/>
          <ac:spMkLst>
            <pc:docMk/>
            <pc:sldMk cId="3936318809" sldId="262"/>
            <ac:spMk id="6" creationId="{6C934421-C34D-D6BF-BD55-8E790A60C2E8}"/>
          </ac:spMkLst>
        </pc:spChg>
        <pc:spChg chg="add mod">
          <ac:chgData name="MERT GÜNER" userId="S::mertguner@ogr365.iyte.edu.tr::ef41df9b-7808-49c8-8061-e64d37c8b2bf" providerId="AD" clId="Web-{4BBA5633-3153-4C23-BAE7-7E3A847C6F38}" dt="2025-12-21T17:15:45.476" v="64" actId="1076"/>
          <ac:spMkLst>
            <pc:docMk/>
            <pc:sldMk cId="3936318809" sldId="262"/>
            <ac:spMk id="8" creationId="{B9B18914-9169-7986-AE0B-FC52F18994D0}"/>
          </ac:spMkLst>
        </pc:spChg>
        <pc:spChg chg="add mod">
          <ac:chgData name="MERT GÜNER" userId="S::mertguner@ogr365.iyte.edu.tr::ef41df9b-7808-49c8-8061-e64d37c8b2bf" providerId="AD" clId="Web-{4BBA5633-3153-4C23-BAE7-7E3A847C6F38}" dt="2025-12-21T16:55:00.631" v="43"/>
          <ac:spMkLst>
            <pc:docMk/>
            <pc:sldMk cId="3936318809" sldId="262"/>
            <ac:spMk id="9" creationId="{8D556281-DAA3-63A4-9015-4AB1D3C6BCFA}"/>
          </ac:spMkLst>
        </pc:spChg>
        <pc:picChg chg="mod">
          <ac:chgData name="MERT GÜNER" userId="S::mertguner@ogr365.iyte.edu.tr::ef41df9b-7808-49c8-8061-e64d37c8b2bf" providerId="AD" clId="Web-{4BBA5633-3153-4C23-BAE7-7E3A847C6F38}" dt="2025-12-21T16:54:33.998" v="40" actId="1076"/>
          <ac:picMkLst>
            <pc:docMk/>
            <pc:sldMk cId="3936318809" sldId="262"/>
            <ac:picMk id="4" creationId="{3FD03045-9966-F209-77F6-1F6C9272AA3C}"/>
          </ac:picMkLst>
        </pc:picChg>
        <pc:picChg chg="mod">
          <ac:chgData name="MERT GÜNER" userId="S::mertguner@ogr365.iyte.edu.tr::ef41df9b-7808-49c8-8061-e64d37c8b2bf" providerId="AD" clId="Web-{4BBA5633-3153-4C23-BAE7-7E3A847C6F38}" dt="2025-12-21T17:15:41.788" v="63" actId="1076"/>
          <ac:picMkLst>
            <pc:docMk/>
            <pc:sldMk cId="3936318809" sldId="262"/>
            <ac:picMk id="7" creationId="{3E743437-4F5A-A833-CFB7-51A881417802}"/>
          </ac:picMkLst>
        </pc:picChg>
      </pc:sldChg>
      <pc:sldChg chg="modSp new addAnim delAnim">
        <pc:chgData name="MERT GÜNER" userId="S::mertguner@ogr365.iyte.edu.tr::ef41df9b-7808-49c8-8061-e64d37c8b2bf" providerId="AD" clId="Web-{4BBA5633-3153-4C23-BAE7-7E3A847C6F38}" dt="2025-12-21T19:48:30.359" v="70" actId="1076"/>
        <pc:sldMkLst>
          <pc:docMk/>
          <pc:sldMk cId="1697782213" sldId="263"/>
        </pc:sldMkLst>
        <pc:spChg chg="mod">
          <ac:chgData name="MERT GÜNER" userId="S::mertguner@ogr365.iyte.edu.tr::ef41df9b-7808-49c8-8061-e64d37c8b2bf" providerId="AD" clId="Web-{4BBA5633-3153-4C23-BAE7-7E3A847C6F38}" dt="2025-12-21T19:48:30.359" v="70" actId="1076"/>
          <ac:spMkLst>
            <pc:docMk/>
            <pc:sldMk cId="1697782213" sldId="263"/>
            <ac:spMk id="2" creationId="{6E832955-04B9-730B-8D63-476C68BC8BEB}"/>
          </ac:spMkLst>
        </pc:spChg>
        <pc:spChg chg="mod">
          <ac:chgData name="MERT GÜNER" userId="S::mertguner@ogr365.iyte.edu.tr::ef41df9b-7808-49c8-8061-e64d37c8b2bf" providerId="AD" clId="Web-{4BBA5633-3153-4C23-BAE7-7E3A847C6F38}" dt="2025-12-21T17:13:25.160" v="58" actId="14100"/>
          <ac:spMkLst>
            <pc:docMk/>
            <pc:sldMk cId="1697782213" sldId="263"/>
            <ac:spMk id="3" creationId="{4D8C75B6-5224-1FD6-A83D-DBC51E5320A2}"/>
          </ac:spMkLst>
        </pc:spChg>
      </pc:sldChg>
      <pc:sldChg chg="addSp delSp modSp new addAnim delAnim modAnim">
        <pc:chgData name="MERT GÜNER" userId="S::mertguner@ogr365.iyte.edu.tr::ef41df9b-7808-49c8-8061-e64d37c8b2bf" providerId="AD" clId="Web-{4BBA5633-3153-4C23-BAE7-7E3A847C6F38}" dt="2025-12-21T20:03:02.268" v="91"/>
        <pc:sldMkLst>
          <pc:docMk/>
          <pc:sldMk cId="4035999904" sldId="264"/>
        </pc:sldMkLst>
        <pc:spChg chg="mod">
          <ac:chgData name="MERT GÜNER" userId="S::mertguner@ogr365.iyte.edu.tr::ef41df9b-7808-49c8-8061-e64d37c8b2bf" providerId="AD" clId="Web-{4BBA5633-3153-4C23-BAE7-7E3A847C6F38}" dt="2025-12-21T19:48:45.236" v="71" actId="1076"/>
          <ac:spMkLst>
            <pc:docMk/>
            <pc:sldMk cId="4035999904" sldId="264"/>
            <ac:spMk id="2" creationId="{79D6ABD7-04EA-4185-CA7F-9F317CAAC628}"/>
          </ac:spMkLst>
        </pc:spChg>
        <pc:spChg chg="mod">
          <ac:chgData name="MERT GÜNER" userId="S::mertguner@ogr365.iyte.edu.tr::ef41df9b-7808-49c8-8061-e64d37c8b2bf" providerId="AD" clId="Web-{4BBA5633-3153-4C23-BAE7-7E3A847C6F38}" dt="2025-12-21T20:02:59.315" v="90" actId="14100"/>
          <ac:spMkLst>
            <pc:docMk/>
            <pc:sldMk cId="4035999904" sldId="264"/>
            <ac:spMk id="3" creationId="{559C5201-913D-1497-F68C-82796976391D}"/>
          </ac:spMkLst>
        </pc:spChg>
        <pc:spChg chg="add mod">
          <ac:chgData name="MERT GÜNER" userId="S::mertguner@ogr365.iyte.edu.tr::ef41df9b-7808-49c8-8061-e64d37c8b2bf" providerId="AD" clId="Web-{4BBA5633-3153-4C23-BAE7-7E3A847C6F38}" dt="2025-12-21T19:59:04.829" v="74" actId="1076"/>
          <ac:spMkLst>
            <pc:docMk/>
            <pc:sldMk cId="4035999904" sldId="264"/>
            <ac:spMk id="4" creationId="{8A539E6B-25D6-F331-AC86-86B7BD10F299}"/>
          </ac:spMkLst>
        </pc:spChg>
        <pc:spChg chg="add mod">
          <ac:chgData name="MERT GÜNER" userId="S::mertguner@ogr365.iyte.edu.tr::ef41df9b-7808-49c8-8061-e64d37c8b2bf" providerId="AD" clId="Web-{4BBA5633-3153-4C23-BAE7-7E3A847C6F38}" dt="2025-12-21T19:59:30.829" v="77" actId="14100"/>
          <ac:spMkLst>
            <pc:docMk/>
            <pc:sldMk cId="4035999904" sldId="264"/>
            <ac:spMk id="5" creationId="{BEB66BAB-EF00-46EE-4F7B-9B8713315081}"/>
          </ac:spMkLst>
        </pc:spChg>
        <pc:spChg chg="add del">
          <ac:chgData name="MERT GÜNER" userId="S::mertguner@ogr365.iyte.edu.tr::ef41df9b-7808-49c8-8061-e64d37c8b2bf" providerId="AD" clId="Web-{4BBA5633-3153-4C23-BAE7-7E3A847C6F38}" dt="2025-12-21T20:02:39.346" v="89"/>
          <ac:spMkLst>
            <pc:docMk/>
            <pc:sldMk cId="4035999904" sldId="264"/>
            <ac:spMk id="6" creationId="{C1196994-D746-380F-3A28-9B999CC60373}"/>
          </ac:spMkLst>
        </pc:spChg>
        <pc:spChg chg="add">
          <ac:chgData name="MERT GÜNER" userId="S::mertguner@ogr365.iyte.edu.tr::ef41df9b-7808-49c8-8061-e64d37c8b2bf" providerId="AD" clId="Web-{4BBA5633-3153-4C23-BAE7-7E3A847C6F38}" dt="2025-12-21T20:03:02.268" v="91"/>
          <ac:spMkLst>
            <pc:docMk/>
            <pc:sldMk cId="4035999904" sldId="264"/>
            <ac:spMk id="7" creationId="{6815D44F-982B-6AA1-FE70-0954B2BFB996}"/>
          </ac:spMkLst>
        </pc:spChg>
      </pc:sldChg>
    </pc:docChg>
  </pc:docChgLst>
  <pc:docChgLst>
    <pc:chgData name="MERT GÜNER" userId="S::mertguner@ogr365.iyte.edu.tr::ef41df9b-7808-49c8-8061-e64d37c8b2bf" providerId="AD" clId="Web-{2AE732DA-0DA1-4F59-8B27-733DC8E9E227}"/>
    <pc:docChg chg="addSld modSld">
      <pc:chgData name="MERT GÜNER" userId="S::mertguner@ogr365.iyte.edu.tr::ef41df9b-7808-49c8-8061-e64d37c8b2bf" providerId="AD" clId="Web-{2AE732DA-0DA1-4F59-8B27-733DC8E9E227}" dt="2025-12-21T16:40:03.398" v="33" actId="1076"/>
      <pc:docMkLst>
        <pc:docMk/>
      </pc:docMkLst>
      <pc:sldChg chg="addAnim modAnim">
        <pc:chgData name="MERT GÜNER" userId="S::mertguner@ogr365.iyte.edu.tr::ef41df9b-7808-49c8-8061-e64d37c8b2bf" providerId="AD" clId="Web-{2AE732DA-0DA1-4F59-8B27-733DC8E9E227}" dt="2025-12-21T16:30:33.260" v="9"/>
        <pc:sldMkLst>
          <pc:docMk/>
          <pc:sldMk cId="2478925537" sldId="256"/>
        </pc:sldMkLst>
      </pc:sldChg>
      <pc:sldChg chg="modAnim">
        <pc:chgData name="MERT GÜNER" userId="S::mertguner@ogr365.iyte.edu.tr::ef41df9b-7808-49c8-8061-e64d37c8b2bf" providerId="AD" clId="Web-{2AE732DA-0DA1-4F59-8B27-733DC8E9E227}" dt="2025-12-21T16:31:02.448" v="17"/>
        <pc:sldMkLst>
          <pc:docMk/>
          <pc:sldMk cId="196370612" sldId="258"/>
        </pc:sldMkLst>
      </pc:sldChg>
      <pc:sldChg chg="modAnim">
        <pc:chgData name="MERT GÜNER" userId="S::mertguner@ogr365.iyte.edu.tr::ef41df9b-7808-49c8-8061-e64d37c8b2bf" providerId="AD" clId="Web-{2AE732DA-0DA1-4F59-8B27-733DC8E9E227}" dt="2025-12-21T16:31:09.652" v="19"/>
        <pc:sldMkLst>
          <pc:docMk/>
          <pc:sldMk cId="3515191623" sldId="259"/>
        </pc:sldMkLst>
      </pc:sldChg>
      <pc:sldChg chg="addAnim modAnim">
        <pc:chgData name="MERT GÜNER" userId="S::mertguner@ogr365.iyte.edu.tr::ef41df9b-7808-49c8-8061-e64d37c8b2bf" providerId="AD" clId="Web-{2AE732DA-0DA1-4F59-8B27-733DC8E9E227}" dt="2025-12-21T16:31:21.480" v="21"/>
        <pc:sldMkLst>
          <pc:docMk/>
          <pc:sldMk cId="2504485209" sldId="261"/>
        </pc:sldMkLst>
      </pc:sldChg>
      <pc:sldChg chg="addSp modSp new">
        <pc:chgData name="MERT GÜNER" userId="S::mertguner@ogr365.iyte.edu.tr::ef41df9b-7808-49c8-8061-e64d37c8b2bf" providerId="AD" clId="Web-{2AE732DA-0DA1-4F59-8B27-733DC8E9E227}" dt="2025-12-21T16:40:03.398" v="33" actId="1076"/>
        <pc:sldMkLst>
          <pc:docMk/>
          <pc:sldMk cId="3936318809" sldId="262"/>
        </pc:sldMkLst>
        <pc:spChg chg="mod">
          <ac:chgData name="MERT GÜNER" userId="S::mertguner@ogr365.iyte.edu.tr::ef41df9b-7808-49c8-8061-e64d37c8b2bf" providerId="AD" clId="Web-{2AE732DA-0DA1-4F59-8B27-733DC8E9E227}" dt="2025-12-21T16:39:45.851" v="28" actId="14100"/>
          <ac:spMkLst>
            <pc:docMk/>
            <pc:sldMk cId="3936318809" sldId="262"/>
            <ac:spMk id="3" creationId="{03CBB32F-B9CA-AB90-032D-8905249C7F79}"/>
          </ac:spMkLst>
        </pc:spChg>
        <pc:spChg chg="add mod">
          <ac:chgData name="MERT GÜNER" userId="S::mertguner@ogr365.iyte.edu.tr::ef41df9b-7808-49c8-8061-e64d37c8b2bf" providerId="AD" clId="Web-{2AE732DA-0DA1-4F59-8B27-733DC8E9E227}" dt="2025-12-21T16:39:24.070" v="26" actId="14100"/>
          <ac:spMkLst>
            <pc:docMk/>
            <pc:sldMk cId="3936318809" sldId="262"/>
            <ac:spMk id="5" creationId="{3227B9B3-EE6A-2831-5DBD-9BFE6BD493AC}"/>
          </ac:spMkLst>
        </pc:spChg>
        <pc:spChg chg="add mod">
          <ac:chgData name="MERT GÜNER" userId="S::mertguner@ogr365.iyte.edu.tr::ef41df9b-7808-49c8-8061-e64d37c8b2bf" providerId="AD" clId="Web-{2AE732DA-0DA1-4F59-8B27-733DC8E9E227}" dt="2025-12-21T16:39:53.523" v="31" actId="1076"/>
          <ac:spMkLst>
            <pc:docMk/>
            <pc:sldMk cId="3936318809" sldId="262"/>
            <ac:spMk id="6" creationId="{6C934421-C34D-D6BF-BD55-8E790A60C2E8}"/>
          </ac:spMkLst>
        </pc:spChg>
        <pc:picChg chg="add mod">
          <ac:chgData name="MERT GÜNER" userId="S::mertguner@ogr365.iyte.edu.tr::ef41df9b-7808-49c8-8061-e64d37c8b2bf" providerId="AD" clId="Web-{2AE732DA-0DA1-4F59-8B27-733DC8E9E227}" dt="2025-12-21T16:39:36.601" v="27" actId="1076"/>
          <ac:picMkLst>
            <pc:docMk/>
            <pc:sldMk cId="3936318809" sldId="262"/>
            <ac:picMk id="4" creationId="{3FD03045-9966-F209-77F6-1F6C9272AA3C}"/>
          </ac:picMkLst>
        </pc:picChg>
        <pc:picChg chg="add mod">
          <ac:chgData name="MERT GÜNER" userId="S::mertguner@ogr365.iyte.edu.tr::ef41df9b-7808-49c8-8061-e64d37c8b2bf" providerId="AD" clId="Web-{2AE732DA-0DA1-4F59-8B27-733DC8E9E227}" dt="2025-12-21T16:40:03.398" v="33" actId="1076"/>
          <ac:picMkLst>
            <pc:docMk/>
            <pc:sldMk cId="3936318809" sldId="262"/>
            <ac:picMk id="7" creationId="{3E743437-4F5A-A833-CFB7-51A88141780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fld id="{4EC743F4-8769-40B4-85DF-6CB8DE9F66AA}" type="datetimeFigureOut">
              <a:rPr lang="en-US" smtClean="0"/>
              <a:t>12/21/2025</a:t>
            </a:fld>
            <a:endParaRPr lang="en-US"/>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61315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fld id="{4EC743F4-8769-40B4-85DF-6CB8DE9F66AA}" type="datetimeFigureOut">
              <a:rPr lang="en-US" smtClean="0"/>
              <a:t>12/21/2025</a:t>
            </a:fld>
            <a:endParaRPr lang="en-US"/>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073912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fld id="{4EC743F4-8769-40B4-85DF-6CB8DE9F66AA}" type="datetimeFigureOut">
              <a:rPr lang="en-US" smtClean="0"/>
              <a:t>12/21/2025</a:t>
            </a:fld>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FF2BD96E-3838-45D2-9031-D3AF67C920A5}" type="slidenum">
              <a:rPr lang="en-US" smtClean="0"/>
              <a:t>‹#›</a:t>
            </a:fld>
            <a:endParaRPr lang="en-US"/>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4097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fld id="{4EC743F4-8769-40B4-85DF-6CB8DE9F66AA}" type="datetimeFigureOut">
              <a:rPr lang="en-US" smtClean="0"/>
              <a:t>12/21/2025</a:t>
            </a:fld>
            <a:endParaRPr lang="en-US"/>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518035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fld id="{4EC743F4-8769-40B4-85DF-6CB8DE9F66AA}" type="datetimeFigureOut">
              <a:rPr lang="en-US" smtClean="0"/>
              <a:t>12/21/2025</a:t>
            </a:fld>
            <a:endParaRPr lang="en-US"/>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484812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12/21/2025</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4208377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fld id="{4EC743F4-8769-40B4-85DF-6CB8DE9F66AA}" type="datetimeFigureOut">
              <a:rPr lang="en-US" smtClean="0"/>
              <a:t>12/21/2025</a:t>
            </a:fld>
            <a:endParaRPr lang="en-US"/>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971976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fld id="{4EC743F4-8769-40B4-85DF-6CB8DE9F66AA}" type="datetimeFigureOut">
              <a:rPr lang="en-US" smtClean="0"/>
              <a:t>12/21/2025</a:t>
            </a:fld>
            <a:endParaRPr lang="en-US"/>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5225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fld id="{4EC743F4-8769-40B4-85DF-6CB8DE9F66AA}" type="datetimeFigureOut">
              <a:rPr lang="en-US" smtClean="0"/>
              <a:t>12/21/2025</a:t>
            </a:fld>
            <a:endParaRPr lang="en-US"/>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802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fld id="{4EC743F4-8769-40B4-85DF-6CB8DE9F66AA}" type="datetimeFigureOut">
              <a:rPr lang="en-US" smtClean="0"/>
              <a:t>12/21/2025</a:t>
            </a:fld>
            <a:endParaRPr lang="en-US"/>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665228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fld id="{4EC743F4-8769-40B4-85DF-6CB8DE9F66AA}" type="datetimeFigureOut">
              <a:rPr lang="en-US" smtClean="0"/>
              <a:t>12/21/2025</a:t>
            </a:fld>
            <a:endParaRPr lang="en-US"/>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249529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fld id="{4EC743F4-8769-40B4-85DF-6CB8DE9F66AA}" type="datetimeFigureOut">
              <a:rPr lang="en-US" smtClean="0"/>
              <a:pPr/>
              <a:t>12/21/2025</a:t>
            </a:fld>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2420073800"/>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87" r:id="rId5"/>
    <p:sldLayoutId id="2147483792" r:id="rId6"/>
    <p:sldLayoutId id="2147483788" r:id="rId7"/>
    <p:sldLayoutId id="2147483789" r:id="rId8"/>
    <p:sldLayoutId id="2147483790" r:id="rId9"/>
    <p:sldLayoutId id="2147483791" r:id="rId10"/>
    <p:sldLayoutId id="2147483793" r:id="rId11"/>
  </p:sldLayoutIdLst>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6">
            <a:extLst>
              <a:ext uri="{FF2B5EF4-FFF2-40B4-BE49-F238E27FC236}">
                <a16:creationId xmlns:a16="http://schemas.microsoft.com/office/drawing/2014/main" id="{0FA27539-4286-4FA8-9DA6-7CF237447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C7FE232-E76D-22E1-CBD0-5725DDFB9F46}"/>
              </a:ext>
            </a:extLst>
          </p:cNvPr>
          <p:cNvSpPr>
            <a:spLocks noGrp="1"/>
          </p:cNvSpPr>
          <p:nvPr>
            <p:ph type="ctrTitle"/>
          </p:nvPr>
        </p:nvSpPr>
        <p:spPr>
          <a:xfrm>
            <a:off x="7112369" y="1079500"/>
            <a:ext cx="4078800" cy="2138400"/>
          </a:xfrm>
        </p:spPr>
        <p:txBody>
          <a:bodyPr>
            <a:normAutofit fontScale="90000"/>
          </a:bodyPr>
          <a:lstStyle/>
          <a:p>
            <a:r>
              <a:rPr lang="tr-TR"/>
              <a:t>QLoRA:Efficient Finetuning of Quantized LLMs</a:t>
            </a:r>
          </a:p>
        </p:txBody>
      </p:sp>
      <p:sp>
        <p:nvSpPr>
          <p:cNvPr id="3" name="Alt Başlık 2">
            <a:extLst>
              <a:ext uri="{FF2B5EF4-FFF2-40B4-BE49-F238E27FC236}">
                <a16:creationId xmlns:a16="http://schemas.microsoft.com/office/drawing/2014/main" id="{17C4D250-426D-C605-5BFB-0E18838C6E53}"/>
              </a:ext>
            </a:extLst>
          </p:cNvPr>
          <p:cNvSpPr>
            <a:spLocks noGrp="1"/>
          </p:cNvSpPr>
          <p:nvPr>
            <p:ph type="subTitle" idx="1"/>
          </p:nvPr>
        </p:nvSpPr>
        <p:spPr>
          <a:xfrm>
            <a:off x="7112369" y="4113213"/>
            <a:ext cx="4078800" cy="1655762"/>
          </a:xfrm>
        </p:spPr>
        <p:txBody>
          <a:bodyPr vert="horz" lIns="91440" tIns="45720" rIns="91440" bIns="45720" rtlCol="0" anchor="t">
            <a:normAutofit/>
          </a:bodyPr>
          <a:lstStyle/>
          <a:p>
            <a:r>
              <a:rPr lang="tr-TR">
                <a:solidFill>
                  <a:srgbClr val="000000">
                    <a:alpha val="60000"/>
                  </a:srgbClr>
                </a:solidFill>
              </a:rPr>
              <a:t>Mert GÜNER 300201021</a:t>
            </a:r>
          </a:p>
          <a:p>
            <a:r>
              <a:rPr lang="tr-TR">
                <a:solidFill>
                  <a:srgbClr val="000000">
                    <a:alpha val="60000"/>
                  </a:srgbClr>
                </a:solidFill>
              </a:rPr>
              <a:t>Prof. Aytuğ ONAN</a:t>
            </a:r>
            <a:br>
              <a:rPr lang="tr-TR" dirty="0">
                <a:solidFill>
                  <a:srgbClr val="000000">
                    <a:alpha val="60000"/>
                  </a:srgbClr>
                </a:solidFill>
              </a:rPr>
            </a:br>
            <a:r>
              <a:rPr lang="tr-TR">
                <a:solidFill>
                  <a:srgbClr val="000000">
                    <a:alpha val="60000"/>
                  </a:srgbClr>
                </a:solidFill>
              </a:rPr>
              <a:t>22.12.2025</a:t>
            </a:r>
            <a:endParaRPr lang="tr-TR" dirty="0">
              <a:solidFill>
                <a:srgbClr val="000000">
                  <a:alpha val="60000"/>
                </a:srgbClr>
              </a:solidFill>
            </a:endParaRPr>
          </a:p>
        </p:txBody>
      </p:sp>
      <p:pic>
        <p:nvPicPr>
          <p:cNvPr id="10" name="Picture 3" descr="Üçgen forma hizalı neon lazer ışıkları">
            <a:extLst>
              <a:ext uri="{FF2B5EF4-FFF2-40B4-BE49-F238E27FC236}">
                <a16:creationId xmlns:a16="http://schemas.microsoft.com/office/drawing/2014/main" id="{2857A079-E34D-81C7-F3E1-C87D41FFEC32}"/>
              </a:ext>
            </a:extLst>
          </p:cNvPr>
          <p:cNvPicPr>
            <a:picLocks noChangeAspect="1"/>
          </p:cNvPicPr>
          <p:nvPr/>
        </p:nvPicPr>
        <p:blipFill>
          <a:blip r:embed="rId2"/>
          <a:srcRect l="21877" r="22426"/>
          <a:stretch>
            <a:fillRect/>
          </a:stretch>
        </p:blipFill>
        <p:spPr>
          <a:xfrm>
            <a:off x="20" y="10"/>
            <a:ext cx="6111518" cy="6857990"/>
          </a:xfrm>
          <a:prstGeom prst="rect">
            <a:avLst/>
          </a:prstGeom>
        </p:spPr>
      </p:pic>
      <p:cxnSp>
        <p:nvCxnSpPr>
          <p:cNvPr id="20" name="Straight Connector 18">
            <a:extLst>
              <a:ext uri="{FF2B5EF4-FFF2-40B4-BE49-F238E27FC236}">
                <a16:creationId xmlns:a16="http://schemas.microsoft.com/office/drawing/2014/main" id="{C5E74535-9C0E-4211-B088-610AD56262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1769"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925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par>
                          <p:cTn id="8" fill="hold">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7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3" fill="hold">
                            <p:stCondLst>
                              <p:cond delay="1750"/>
                            </p:stCondLst>
                            <p:childTnLst>
                              <p:par>
                                <p:cTn id="14" presetID="55" presetClass="entr" presetSubtype="0" fill="hold" grpId="0" nodeType="afterEffect">
                                  <p:stCondLst>
                                    <p:cond delay="25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p:cTn id="16"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7"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8"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F56486-D83A-D45B-0D2B-F317AB37D2A8}"/>
              </a:ext>
            </a:extLst>
          </p:cNvPr>
          <p:cNvSpPr>
            <a:spLocks noGrp="1"/>
          </p:cNvSpPr>
          <p:nvPr>
            <p:ph type="title"/>
          </p:nvPr>
        </p:nvSpPr>
        <p:spPr/>
        <p:txBody>
          <a:bodyPr/>
          <a:lstStyle/>
          <a:p>
            <a:r>
              <a:rPr lang="tr-TR"/>
              <a:t>                               Table Of </a:t>
            </a:r>
            <a:r>
              <a:rPr lang="tr-TR" err="1"/>
              <a:t>Contents</a:t>
            </a:r>
            <a:endParaRPr lang="tr-TR"/>
          </a:p>
        </p:txBody>
      </p:sp>
      <p:sp>
        <p:nvSpPr>
          <p:cNvPr id="3" name="İçerik Yer Tutucusu 2">
            <a:extLst>
              <a:ext uri="{FF2B5EF4-FFF2-40B4-BE49-F238E27FC236}">
                <a16:creationId xmlns:a16="http://schemas.microsoft.com/office/drawing/2014/main" id="{92EC5776-977B-E9D5-005E-C51D9F0FDB0F}"/>
              </a:ext>
            </a:extLst>
          </p:cNvPr>
          <p:cNvSpPr>
            <a:spLocks noGrp="1"/>
          </p:cNvSpPr>
          <p:nvPr>
            <p:ph idx="1"/>
          </p:nvPr>
        </p:nvSpPr>
        <p:spPr/>
        <p:txBody>
          <a:bodyPr vert="horz" lIns="91440" tIns="45720" rIns="91440" bIns="45720" rtlCol="0" anchor="t">
            <a:normAutofit/>
          </a:bodyPr>
          <a:lstStyle/>
          <a:p>
            <a:pPr marL="457200" indent="-457200">
              <a:buAutoNum type="arabicPeriod"/>
            </a:pPr>
            <a:r>
              <a:rPr lang="tr-TR">
                <a:solidFill>
                  <a:srgbClr val="000000">
                    <a:alpha val="60000"/>
                  </a:srgbClr>
                </a:solidFill>
              </a:rPr>
              <a:t>Problem Definition</a:t>
            </a:r>
          </a:p>
          <a:p>
            <a:pPr marL="457200" indent="-457200">
              <a:buAutoNum type="arabicPeriod"/>
            </a:pPr>
            <a:r>
              <a:rPr lang="tr-TR" dirty="0" err="1">
                <a:solidFill>
                  <a:srgbClr val="000000">
                    <a:alpha val="60000"/>
                  </a:srgbClr>
                </a:solidFill>
              </a:rPr>
              <a:t>Proposed</a:t>
            </a:r>
            <a:r>
              <a:rPr lang="tr-TR" dirty="0">
                <a:solidFill>
                  <a:srgbClr val="000000">
                    <a:alpha val="60000"/>
                  </a:srgbClr>
                </a:solidFill>
              </a:rPr>
              <a:t> Solutions</a:t>
            </a:r>
          </a:p>
          <a:p>
            <a:pPr marL="457200" indent="-457200">
              <a:buAutoNum type="arabicPeriod"/>
            </a:pPr>
            <a:r>
              <a:rPr lang="tr-TR" dirty="0" err="1">
                <a:solidFill>
                  <a:srgbClr val="000000">
                    <a:alpha val="60000"/>
                  </a:srgbClr>
                </a:solidFill>
              </a:rPr>
              <a:t>QLoRa</a:t>
            </a:r>
            <a:r>
              <a:rPr lang="tr-TR" dirty="0">
                <a:solidFill>
                  <a:srgbClr val="000000">
                    <a:alpha val="60000"/>
                  </a:srgbClr>
                </a:solidFill>
              </a:rPr>
              <a:t> </a:t>
            </a:r>
            <a:r>
              <a:rPr lang="tr-TR" dirty="0" err="1">
                <a:solidFill>
                  <a:srgbClr val="000000">
                    <a:alpha val="60000"/>
                  </a:srgbClr>
                </a:solidFill>
              </a:rPr>
              <a:t>Introduction</a:t>
            </a:r>
            <a:endParaRPr lang="tr-TR">
              <a:solidFill>
                <a:srgbClr val="000000">
                  <a:alpha val="60000"/>
                </a:srgbClr>
              </a:solidFill>
            </a:endParaRPr>
          </a:p>
          <a:p>
            <a:pPr marL="457200" indent="-457200">
              <a:buAutoNum type="arabicPeriod"/>
            </a:pPr>
            <a:r>
              <a:rPr lang="tr-TR" dirty="0" err="1">
                <a:solidFill>
                  <a:srgbClr val="000000">
                    <a:alpha val="60000"/>
                  </a:srgbClr>
                </a:solidFill>
              </a:rPr>
              <a:t>QLoRA</a:t>
            </a:r>
            <a:r>
              <a:rPr lang="tr-TR" dirty="0">
                <a:solidFill>
                  <a:srgbClr val="000000">
                    <a:alpha val="60000"/>
                  </a:srgbClr>
                </a:solidFill>
              </a:rPr>
              <a:t> </a:t>
            </a:r>
            <a:r>
              <a:rPr lang="tr-TR" dirty="0" err="1">
                <a:solidFill>
                  <a:srgbClr val="000000">
                    <a:alpha val="60000"/>
                  </a:srgbClr>
                </a:solidFill>
              </a:rPr>
              <a:t>Methodology</a:t>
            </a:r>
            <a:r>
              <a:rPr lang="tr-TR" dirty="0">
                <a:solidFill>
                  <a:srgbClr val="000000">
                    <a:alpha val="60000"/>
                  </a:srgbClr>
                </a:solidFill>
              </a:rPr>
              <a:t> </a:t>
            </a:r>
            <a:r>
              <a:rPr lang="tr-TR" dirty="0" err="1">
                <a:solidFill>
                  <a:srgbClr val="000000">
                    <a:alpha val="60000"/>
                  </a:srgbClr>
                </a:solidFill>
              </a:rPr>
              <a:t>Explaining</a:t>
            </a:r>
            <a:endParaRPr lang="tr-TR" dirty="0">
              <a:solidFill>
                <a:srgbClr val="000000">
                  <a:alpha val="60000"/>
                </a:srgbClr>
              </a:solidFill>
            </a:endParaRPr>
          </a:p>
          <a:p>
            <a:pPr marL="457200" indent="-457200">
              <a:buAutoNum type="arabicPeriod"/>
            </a:pPr>
            <a:r>
              <a:rPr lang="tr-TR">
                <a:solidFill>
                  <a:srgbClr val="000000">
                    <a:alpha val="60000"/>
                  </a:srgbClr>
                </a:solidFill>
              </a:rPr>
              <a:t>QLoRA Studies </a:t>
            </a:r>
            <a:endParaRPr lang="tr-TR" dirty="0">
              <a:solidFill>
                <a:srgbClr val="000000">
                  <a:alpha val="60000"/>
                </a:srgbClr>
              </a:solidFill>
            </a:endParaRPr>
          </a:p>
          <a:p>
            <a:pPr marL="457200" indent="-457200">
              <a:buAutoNum type="arabicPeriod"/>
            </a:pPr>
            <a:r>
              <a:rPr lang="tr-TR">
                <a:solidFill>
                  <a:srgbClr val="000000">
                    <a:alpha val="60000"/>
                  </a:srgbClr>
                </a:solidFill>
              </a:rPr>
              <a:t>Final Remarks</a:t>
            </a:r>
            <a:endParaRPr lang="tr-TR" dirty="0">
              <a:solidFill>
                <a:srgbClr val="000000">
                  <a:alpha val="60000"/>
                </a:srgbClr>
              </a:solidFill>
            </a:endParaRPr>
          </a:p>
          <a:p>
            <a:pPr marL="457200" indent="-457200">
              <a:buAutoNum type="arabicPeriod"/>
            </a:pPr>
            <a:endParaRPr lang="tr-TR" dirty="0">
              <a:solidFill>
                <a:srgbClr val="000000">
                  <a:alpha val="60000"/>
                </a:srgbClr>
              </a:solidFill>
            </a:endParaRPr>
          </a:p>
          <a:p>
            <a:pPr marL="457200" indent="-457200">
              <a:buAutoNum type="arabicPeriod"/>
            </a:pPr>
            <a:endParaRPr lang="tr-TR" dirty="0">
              <a:solidFill>
                <a:srgbClr val="000000">
                  <a:alpha val="60000"/>
                </a:srgbClr>
              </a:solidFill>
            </a:endParaRPr>
          </a:p>
        </p:txBody>
      </p:sp>
    </p:spTree>
    <p:extLst>
      <p:ext uri="{BB962C8B-B14F-4D97-AF65-F5344CB8AC3E}">
        <p14:creationId xmlns:p14="http://schemas.microsoft.com/office/powerpoint/2010/main" val="514039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B0BF78C-CABD-4E2C-F248-F81E32342D05}"/>
              </a:ext>
            </a:extLst>
          </p:cNvPr>
          <p:cNvSpPr>
            <a:spLocks noGrp="1"/>
          </p:cNvSpPr>
          <p:nvPr>
            <p:ph type="title"/>
          </p:nvPr>
        </p:nvSpPr>
        <p:spPr>
          <a:xfrm>
            <a:off x="2748000" y="427220"/>
            <a:ext cx="6696000" cy="1077218"/>
          </a:xfrm>
        </p:spPr>
        <p:txBody>
          <a:bodyPr wrap="square" anchor="b">
            <a:normAutofit/>
          </a:bodyPr>
          <a:lstStyle/>
          <a:p>
            <a:pPr algn="ctr"/>
            <a:r>
              <a:rPr lang="tr-TR">
                <a:ea typeface="+mj-lt"/>
                <a:cs typeface="+mj-lt"/>
              </a:rPr>
              <a:t>Problem:The Memory Bottleneck</a:t>
            </a:r>
            <a:endParaRPr lang="tr-TR"/>
          </a:p>
        </p:txBody>
      </p:sp>
      <p:cxnSp>
        <p:nvCxnSpPr>
          <p:cNvPr id="33" name="Straight Connector 33">
            <a:extLst>
              <a:ext uri="{FF2B5EF4-FFF2-40B4-BE49-F238E27FC236}">
                <a16:creationId xmlns:a16="http://schemas.microsoft.com/office/drawing/2014/main" id="{653B9D3A-F8F6-4354-8088-6E520C2A64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194300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5" name="İçerik Yer Tutucusu 4">
            <a:extLst>
              <a:ext uri="{FF2B5EF4-FFF2-40B4-BE49-F238E27FC236}">
                <a16:creationId xmlns:a16="http://schemas.microsoft.com/office/drawing/2014/main" id="{DC073ABE-A84E-DF7A-DA2B-D94372D9F687}"/>
              </a:ext>
            </a:extLst>
          </p:cNvPr>
          <p:cNvGraphicFramePr>
            <a:graphicFrameLocks noGrp="1"/>
          </p:cNvGraphicFramePr>
          <p:nvPr>
            <p:ph idx="1"/>
            <p:extLst>
              <p:ext uri="{D42A27DB-BD31-4B8C-83A1-F6EECF244321}">
                <p14:modId xmlns:p14="http://schemas.microsoft.com/office/powerpoint/2010/main" val="3212190745"/>
              </p:ext>
            </p:extLst>
          </p:nvPr>
        </p:nvGraphicFramePr>
        <p:xfrm>
          <a:off x="2422606" y="3926261"/>
          <a:ext cx="6809316" cy="2407920"/>
        </p:xfrm>
        <a:graphic>
          <a:graphicData uri="http://schemas.openxmlformats.org/drawingml/2006/table">
            <a:tbl>
              <a:tblPr bandRow="1">
                <a:tableStyleId>{5C22544A-7EE6-4342-B048-85BDC9FD1C3A}</a:tableStyleId>
              </a:tblPr>
              <a:tblGrid>
                <a:gridCol w="1702329">
                  <a:extLst>
                    <a:ext uri="{9D8B030D-6E8A-4147-A177-3AD203B41FA5}">
                      <a16:colId xmlns:a16="http://schemas.microsoft.com/office/drawing/2014/main" val="3247794392"/>
                    </a:ext>
                  </a:extLst>
                </a:gridCol>
                <a:gridCol w="1702329">
                  <a:extLst>
                    <a:ext uri="{9D8B030D-6E8A-4147-A177-3AD203B41FA5}">
                      <a16:colId xmlns:a16="http://schemas.microsoft.com/office/drawing/2014/main" val="2102651084"/>
                    </a:ext>
                  </a:extLst>
                </a:gridCol>
                <a:gridCol w="1702329">
                  <a:extLst>
                    <a:ext uri="{9D8B030D-6E8A-4147-A177-3AD203B41FA5}">
                      <a16:colId xmlns:a16="http://schemas.microsoft.com/office/drawing/2014/main" val="3521030792"/>
                    </a:ext>
                  </a:extLst>
                </a:gridCol>
                <a:gridCol w="1702329">
                  <a:extLst>
                    <a:ext uri="{9D8B030D-6E8A-4147-A177-3AD203B41FA5}">
                      <a16:colId xmlns:a16="http://schemas.microsoft.com/office/drawing/2014/main" val="4164836317"/>
                    </a:ext>
                  </a:extLst>
                </a:gridCol>
              </a:tblGrid>
              <a:tr h="0">
                <a:tc>
                  <a:txBody>
                    <a:bodyPr/>
                    <a:lstStyle/>
                    <a:p>
                      <a:pPr rtl="0">
                        <a:buNone/>
                      </a:pPr>
                      <a:r>
                        <a:rPr lang="tr-TR" b="1">
                          <a:effectLst/>
                        </a:rPr>
                        <a:t>Model Size</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b="1">
                          <a:effectLst/>
                        </a:rPr>
                        <a:t>Parameters</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b="1">
                          <a:effectLst/>
                        </a:rPr>
                        <a:t>16-bit (Half Precision)</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b="1">
                          <a:effectLst/>
                        </a:rPr>
                        <a:t>32-bit (Full Precision)</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3147811"/>
                  </a:ext>
                </a:extLst>
              </a:tr>
              <a:tr h="0">
                <a:tc>
                  <a:txBody>
                    <a:bodyPr/>
                    <a:lstStyle/>
                    <a:p>
                      <a:pPr rtl="0">
                        <a:buNone/>
                      </a:pPr>
                      <a:r>
                        <a:rPr lang="tr-TR" b="1">
                          <a:effectLst/>
                        </a:rPr>
                        <a:t>LLaMA-7B</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7 Billion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~14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~28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1222439"/>
                  </a:ext>
                </a:extLst>
              </a:tr>
              <a:tr h="0">
                <a:tc>
                  <a:txBody>
                    <a:bodyPr/>
                    <a:lstStyle/>
                    <a:p>
                      <a:pPr rtl="0">
                        <a:buNone/>
                      </a:pPr>
                      <a:r>
                        <a:rPr lang="tr-TR" b="1">
                          <a:effectLst/>
                        </a:rPr>
                        <a:t>LLaMA-13B</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13 Billion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~26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~52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40633273"/>
                  </a:ext>
                </a:extLst>
              </a:tr>
              <a:tr h="0">
                <a:tc>
                  <a:txBody>
                    <a:bodyPr/>
                    <a:lstStyle/>
                    <a:p>
                      <a:pPr rtl="0">
                        <a:buNone/>
                      </a:pPr>
                      <a:r>
                        <a:rPr lang="tr-TR" b="1">
                          <a:effectLst/>
                        </a:rPr>
                        <a:t>LLaMA-33B</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33 Billion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~66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~132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90462349"/>
                  </a:ext>
                </a:extLst>
              </a:tr>
              <a:tr h="0">
                <a:tc>
                  <a:txBody>
                    <a:bodyPr/>
                    <a:lstStyle/>
                    <a:p>
                      <a:pPr rtl="0">
                        <a:buNone/>
                      </a:pPr>
                      <a:r>
                        <a:rPr lang="tr-TR" b="1">
                          <a:effectLst/>
                        </a:rPr>
                        <a:t>LLaMA-65B</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65 Billion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~130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~260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55976056"/>
                  </a:ext>
                </a:extLst>
              </a:tr>
            </a:tbl>
          </a:graphicData>
        </a:graphic>
      </p:graphicFrame>
      <p:sp>
        <p:nvSpPr>
          <p:cNvPr id="6" name="Metin kutusu 5">
            <a:extLst>
              <a:ext uri="{FF2B5EF4-FFF2-40B4-BE49-F238E27FC236}">
                <a16:creationId xmlns:a16="http://schemas.microsoft.com/office/drawing/2014/main" id="{A48C051F-0B99-24AE-4D7D-6E76EEA9BC2C}"/>
              </a:ext>
            </a:extLst>
          </p:cNvPr>
          <p:cNvSpPr txBox="1"/>
          <p:nvPr/>
        </p:nvSpPr>
        <p:spPr>
          <a:xfrm>
            <a:off x="949369" y="1702663"/>
            <a:ext cx="1022841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a:t>As the language models get larger and larger so do their accuracy and their precision.</a:t>
            </a:r>
            <a:br>
              <a:rPr lang="tr-TR" dirty="0"/>
            </a:br>
            <a:endParaRPr lang="tr-TR" dirty="0"/>
          </a:p>
          <a:p>
            <a:r>
              <a:rPr lang="tr-TR"/>
              <a:t>To improve their performance even further we apply  </a:t>
            </a:r>
            <a:r>
              <a:rPr lang="tr-TR" dirty="0">
                <a:solidFill>
                  <a:srgbClr val="000000"/>
                </a:solidFill>
              </a:rPr>
              <a:t>Finetuning</a:t>
            </a:r>
            <a:br>
              <a:rPr lang="tr-TR" dirty="0"/>
            </a:br>
            <a:endParaRPr lang="tr-TR" dirty="0"/>
          </a:p>
        </p:txBody>
      </p:sp>
      <p:sp>
        <p:nvSpPr>
          <p:cNvPr id="15" name="Metin kutusu 14">
            <a:extLst>
              <a:ext uri="{FF2B5EF4-FFF2-40B4-BE49-F238E27FC236}">
                <a16:creationId xmlns:a16="http://schemas.microsoft.com/office/drawing/2014/main" id="{9F5506A4-A76C-CBF0-1814-483E85485F7B}"/>
              </a:ext>
            </a:extLst>
          </p:cNvPr>
          <p:cNvSpPr txBox="1"/>
          <p:nvPr/>
        </p:nvSpPr>
        <p:spPr>
          <a:xfrm>
            <a:off x="989199" y="2787021"/>
            <a:ext cx="1022503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dirty="0"/>
              <a:t>This however comes at a great cost.</a:t>
            </a:r>
            <a:br>
              <a:rPr lang="tr-TR" dirty="0"/>
            </a:br>
            <a:r>
              <a:rPr lang="tr-TR"/>
              <a:t>Finetuning LLMs is prohibitively expensive</a:t>
            </a:r>
          </a:p>
        </p:txBody>
      </p:sp>
      <p:sp>
        <p:nvSpPr>
          <p:cNvPr id="17" name="Metin kutusu 16">
            <a:extLst>
              <a:ext uri="{FF2B5EF4-FFF2-40B4-BE49-F238E27FC236}">
                <a16:creationId xmlns:a16="http://schemas.microsoft.com/office/drawing/2014/main" id="{4319484B-A525-4379-7038-097D020F3D97}"/>
              </a:ext>
            </a:extLst>
          </p:cNvPr>
          <p:cNvSpPr txBox="1"/>
          <p:nvPr/>
        </p:nvSpPr>
        <p:spPr>
          <a:xfrm>
            <a:off x="1539869" y="6379672"/>
            <a:ext cx="965861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1400"/>
              <a:t>                            Source:</a:t>
            </a:r>
            <a:r>
              <a:rPr lang="tr-TR" sz="1400" dirty="0">
                <a:ea typeface="+mn-lt"/>
                <a:cs typeface="+mn-lt"/>
              </a:rPr>
              <a:t>https://huggingface.co/boboto/LLaMA-65B-HF   </a:t>
            </a:r>
          </a:p>
          <a:p>
            <a:r>
              <a:rPr lang="tr-TR" sz="1400">
                <a:ea typeface="+mn-lt"/>
                <a:cs typeface="+mn-lt"/>
              </a:rPr>
              <a:t>                Memory requirements calculated manually with KV cache Inference overhead  in mind</a:t>
            </a:r>
            <a:br>
              <a:rPr lang="tr-TR" sz="1400" dirty="0">
                <a:ea typeface="+mn-lt"/>
                <a:cs typeface="+mn-lt"/>
              </a:rPr>
            </a:br>
            <a:endParaRPr lang="tr-TR" sz="1400" dirty="0"/>
          </a:p>
        </p:txBody>
      </p:sp>
    </p:spTree>
    <p:extLst>
      <p:ext uri="{BB962C8B-B14F-4D97-AF65-F5344CB8AC3E}">
        <p14:creationId xmlns:p14="http://schemas.microsoft.com/office/powerpoint/2010/main" val="4210001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9"/>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D7060BB-794D-36B0-5C68-0F500396C6FE}"/>
              </a:ext>
            </a:extLst>
          </p:cNvPr>
          <p:cNvSpPr>
            <a:spLocks noGrp="1"/>
          </p:cNvSpPr>
          <p:nvPr>
            <p:ph type="title"/>
          </p:nvPr>
        </p:nvSpPr>
        <p:spPr/>
        <p:txBody>
          <a:bodyPr/>
          <a:lstStyle/>
          <a:p>
            <a:r>
              <a:rPr lang="tr-TR" dirty="0"/>
              <a:t>      Solution 1:  </a:t>
            </a:r>
            <a:r>
              <a:rPr lang="tr-TR" dirty="0" err="1"/>
              <a:t>LoRA</a:t>
            </a:r>
            <a:r>
              <a:rPr lang="tr-TR" dirty="0"/>
              <a:t> (</a:t>
            </a:r>
            <a:r>
              <a:rPr lang="tr-TR" dirty="0" err="1"/>
              <a:t>Low-Rank</a:t>
            </a:r>
            <a:r>
              <a:rPr lang="tr-TR" dirty="0"/>
              <a:t> </a:t>
            </a:r>
            <a:r>
              <a:rPr lang="tr-TR" dirty="0" err="1"/>
              <a:t>Adapters</a:t>
            </a:r>
            <a:r>
              <a:rPr lang="tr-TR" dirty="0"/>
              <a:t>)</a:t>
            </a:r>
          </a:p>
        </p:txBody>
      </p:sp>
      <p:sp>
        <p:nvSpPr>
          <p:cNvPr id="3" name="İçerik Yer Tutucusu 2">
            <a:extLst>
              <a:ext uri="{FF2B5EF4-FFF2-40B4-BE49-F238E27FC236}">
                <a16:creationId xmlns:a16="http://schemas.microsoft.com/office/drawing/2014/main" id="{C800E19D-7D32-9863-5BB2-E5B4A387F450}"/>
              </a:ext>
            </a:extLst>
          </p:cNvPr>
          <p:cNvSpPr>
            <a:spLocks noGrp="1"/>
          </p:cNvSpPr>
          <p:nvPr>
            <p:ph idx="1"/>
          </p:nvPr>
        </p:nvSpPr>
        <p:spPr>
          <a:xfrm>
            <a:off x="795671" y="1505111"/>
            <a:ext cx="3045234" cy="565989"/>
          </a:xfrm>
        </p:spPr>
        <p:txBody>
          <a:bodyPr vert="horz" lIns="91440" tIns="45720" rIns="91440" bIns="45720" rtlCol="0" anchor="t">
            <a:noAutofit/>
          </a:bodyPr>
          <a:lstStyle/>
          <a:p>
            <a:pPr marL="359410" indent="-359410"/>
            <a:r>
              <a:rPr lang="tr-TR" sz="2500" dirty="0" err="1">
                <a:solidFill>
                  <a:srgbClr val="000000">
                    <a:alpha val="60000"/>
                  </a:srgbClr>
                </a:solidFill>
              </a:rPr>
              <a:t>What</a:t>
            </a:r>
            <a:r>
              <a:rPr lang="tr-TR" sz="2500" dirty="0">
                <a:solidFill>
                  <a:srgbClr val="000000">
                    <a:alpha val="60000"/>
                  </a:srgbClr>
                </a:solidFill>
              </a:rPr>
              <a:t> is </a:t>
            </a:r>
            <a:r>
              <a:rPr lang="tr-TR" sz="2500" dirty="0" err="1">
                <a:solidFill>
                  <a:srgbClr val="000000">
                    <a:alpha val="60000"/>
                  </a:srgbClr>
                </a:solidFill>
              </a:rPr>
              <a:t>LoRA</a:t>
            </a:r>
            <a:r>
              <a:rPr lang="tr-TR" sz="2500" dirty="0">
                <a:solidFill>
                  <a:srgbClr val="000000">
                    <a:alpha val="60000"/>
                  </a:srgbClr>
                </a:solidFill>
              </a:rPr>
              <a:t>?</a:t>
            </a:r>
          </a:p>
        </p:txBody>
      </p:sp>
      <p:sp>
        <p:nvSpPr>
          <p:cNvPr id="5" name="Ok: Sağ 4">
            <a:extLst>
              <a:ext uri="{FF2B5EF4-FFF2-40B4-BE49-F238E27FC236}">
                <a16:creationId xmlns:a16="http://schemas.microsoft.com/office/drawing/2014/main" id="{DF94EFE5-5EBD-C177-2582-CF2B1EF17D6A}"/>
              </a:ext>
            </a:extLst>
          </p:cNvPr>
          <p:cNvSpPr/>
          <p:nvPr/>
        </p:nvSpPr>
        <p:spPr>
          <a:xfrm>
            <a:off x="795619" y="2245012"/>
            <a:ext cx="333910" cy="3153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a:extLst>
              <a:ext uri="{FF2B5EF4-FFF2-40B4-BE49-F238E27FC236}">
                <a16:creationId xmlns:a16="http://schemas.microsoft.com/office/drawing/2014/main" id="{AFAA4205-007B-C98F-78AA-14995F46B945}"/>
              </a:ext>
            </a:extLst>
          </p:cNvPr>
          <p:cNvSpPr txBox="1"/>
          <p:nvPr/>
        </p:nvSpPr>
        <p:spPr>
          <a:xfrm>
            <a:off x="1124062" y="2254070"/>
            <a:ext cx="10075599" cy="9362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a:ea typeface="+mn-lt"/>
                <a:cs typeface="+mn-lt"/>
              </a:rPr>
              <a:t>Low-rank Adapter (LoRA) finetuning is a method that reduces memory requirements by using a small set of trainable parameters, often termed adapters, while not updating the full model parameters which remain fixed.</a:t>
            </a:r>
            <a:endParaRPr lang="tr-TR"/>
          </a:p>
        </p:txBody>
      </p:sp>
      <p:pic>
        <p:nvPicPr>
          <p:cNvPr id="7" name="Resim 6" descr="metin, diyagram, ekran görüntüsü, çizgi içeren bir resim&#10;&#10;Yapay zeka tarafından oluşturulmuş içerik yanlış olabilir.">
            <a:extLst>
              <a:ext uri="{FF2B5EF4-FFF2-40B4-BE49-F238E27FC236}">
                <a16:creationId xmlns:a16="http://schemas.microsoft.com/office/drawing/2014/main" id="{55A350DC-B60F-1117-1208-042FFAED9B9B}"/>
              </a:ext>
            </a:extLst>
          </p:cNvPr>
          <p:cNvPicPr>
            <a:picLocks noChangeAspect="1"/>
          </p:cNvPicPr>
          <p:nvPr/>
        </p:nvPicPr>
        <p:blipFill>
          <a:blip r:embed="rId2"/>
          <a:stretch>
            <a:fillRect/>
          </a:stretch>
        </p:blipFill>
        <p:spPr>
          <a:xfrm>
            <a:off x="3045901" y="3380891"/>
            <a:ext cx="5312368" cy="3480016"/>
          </a:xfrm>
          <a:prstGeom prst="rect">
            <a:avLst/>
          </a:prstGeom>
        </p:spPr>
      </p:pic>
      <p:pic>
        <p:nvPicPr>
          <p:cNvPr id="4" name="Resim 3" descr="metin, yazı tipi, tasarım içeren bir resim&#10;&#10;Yapay zeka tarafından oluşturulmuş içerik yanlış olabilir.">
            <a:extLst>
              <a:ext uri="{FF2B5EF4-FFF2-40B4-BE49-F238E27FC236}">
                <a16:creationId xmlns:a16="http://schemas.microsoft.com/office/drawing/2014/main" id="{99D18B66-6A19-A8CF-9B3A-5D48A5E52BFD}"/>
              </a:ext>
            </a:extLst>
          </p:cNvPr>
          <p:cNvPicPr>
            <a:picLocks noChangeAspect="1"/>
          </p:cNvPicPr>
          <p:nvPr/>
        </p:nvPicPr>
        <p:blipFill>
          <a:blip r:embed="rId3"/>
          <a:srcRect t="7178" r="483" b="36144"/>
          <a:stretch>
            <a:fillRect/>
          </a:stretch>
        </p:blipFill>
        <p:spPr>
          <a:xfrm>
            <a:off x="8363221" y="6206392"/>
            <a:ext cx="2825994" cy="637633"/>
          </a:xfrm>
          <a:prstGeom prst="rect">
            <a:avLst/>
          </a:prstGeom>
        </p:spPr>
      </p:pic>
    </p:spTree>
    <p:extLst>
      <p:ext uri="{BB962C8B-B14F-4D97-AF65-F5344CB8AC3E}">
        <p14:creationId xmlns:p14="http://schemas.microsoft.com/office/powerpoint/2010/main" val="3515191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7F000BB-3E24-F725-4FCB-BD6A8E6317E4}"/>
              </a:ext>
            </a:extLst>
          </p:cNvPr>
          <p:cNvSpPr>
            <a:spLocks noGrp="1"/>
          </p:cNvSpPr>
          <p:nvPr>
            <p:ph type="title"/>
          </p:nvPr>
        </p:nvSpPr>
        <p:spPr/>
        <p:txBody>
          <a:bodyPr/>
          <a:lstStyle/>
          <a:p>
            <a:r>
              <a:rPr lang="tr-TR"/>
              <a:t>         Solution 2:  Quantization</a:t>
            </a:r>
            <a:endParaRPr lang="tr-TR" dirty="0"/>
          </a:p>
        </p:txBody>
      </p:sp>
      <p:sp>
        <p:nvSpPr>
          <p:cNvPr id="4" name="Metin Yer Tutucusu 3">
            <a:extLst>
              <a:ext uri="{FF2B5EF4-FFF2-40B4-BE49-F238E27FC236}">
                <a16:creationId xmlns:a16="http://schemas.microsoft.com/office/drawing/2014/main" id="{3747B504-762D-F7FE-302C-D49B5E214A99}"/>
              </a:ext>
            </a:extLst>
          </p:cNvPr>
          <p:cNvSpPr>
            <a:spLocks noGrp="1"/>
          </p:cNvSpPr>
          <p:nvPr>
            <p:ph idx="1"/>
          </p:nvPr>
        </p:nvSpPr>
        <p:spPr>
          <a:xfrm>
            <a:off x="744010" y="1506495"/>
            <a:ext cx="3981129" cy="529549"/>
          </a:xfrm>
        </p:spPr>
        <p:txBody>
          <a:bodyPr vert="horz" lIns="91440" tIns="45720" rIns="91440" bIns="45720" rtlCol="0" anchor="t">
            <a:noAutofit/>
          </a:bodyPr>
          <a:lstStyle/>
          <a:p>
            <a:pPr marL="359410" indent="-359410"/>
            <a:r>
              <a:rPr lang="tr-TR" sz="2500">
                <a:solidFill>
                  <a:srgbClr val="000000">
                    <a:alpha val="60000"/>
                  </a:srgbClr>
                </a:solidFill>
              </a:rPr>
              <a:t>What is quantization?</a:t>
            </a:r>
          </a:p>
        </p:txBody>
      </p:sp>
      <p:sp>
        <p:nvSpPr>
          <p:cNvPr id="18" name="Metin kutusu 17">
            <a:extLst>
              <a:ext uri="{FF2B5EF4-FFF2-40B4-BE49-F238E27FC236}">
                <a16:creationId xmlns:a16="http://schemas.microsoft.com/office/drawing/2014/main" id="{C9A125E8-C8DF-5827-0A2A-0C30A9E97BC8}"/>
              </a:ext>
            </a:extLst>
          </p:cNvPr>
          <p:cNvSpPr txBox="1"/>
          <p:nvPr/>
        </p:nvSpPr>
        <p:spPr>
          <a:xfrm>
            <a:off x="1064843" y="2283810"/>
            <a:ext cx="1042543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a:ea typeface="+mn-lt"/>
                <a:cs typeface="+mn-lt"/>
              </a:rPr>
              <a:t>Quantization is the process of discretizing an input from a representation that holds more information to a representation with less information. It often means taking a data type with more bits and converting it to fewer bits.</a:t>
            </a:r>
          </a:p>
        </p:txBody>
      </p:sp>
      <p:sp>
        <p:nvSpPr>
          <p:cNvPr id="19" name="Ok: Sağ 18">
            <a:extLst>
              <a:ext uri="{FF2B5EF4-FFF2-40B4-BE49-F238E27FC236}">
                <a16:creationId xmlns:a16="http://schemas.microsoft.com/office/drawing/2014/main" id="{7B63CE92-2960-1793-E307-00E49F05AE1B}"/>
              </a:ext>
            </a:extLst>
          </p:cNvPr>
          <p:cNvSpPr/>
          <p:nvPr/>
        </p:nvSpPr>
        <p:spPr>
          <a:xfrm>
            <a:off x="743958" y="2283758"/>
            <a:ext cx="333910" cy="3153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graphicFrame>
        <p:nvGraphicFramePr>
          <p:cNvPr id="21" name="Tablo 20">
            <a:extLst>
              <a:ext uri="{FF2B5EF4-FFF2-40B4-BE49-F238E27FC236}">
                <a16:creationId xmlns:a16="http://schemas.microsoft.com/office/drawing/2014/main" id="{67499EB4-91A6-D3D5-35ED-FF2ABA348B65}"/>
              </a:ext>
            </a:extLst>
          </p:cNvPr>
          <p:cNvGraphicFramePr>
            <a:graphicFrameLocks noGrp="1"/>
          </p:cNvGraphicFramePr>
          <p:nvPr>
            <p:extLst>
              <p:ext uri="{D42A27DB-BD31-4B8C-83A1-F6EECF244321}">
                <p14:modId xmlns:p14="http://schemas.microsoft.com/office/powerpoint/2010/main" val="3593262027"/>
              </p:ext>
            </p:extLst>
          </p:nvPr>
        </p:nvGraphicFramePr>
        <p:xfrm>
          <a:off x="904067" y="3900406"/>
          <a:ext cx="10696524" cy="2407920"/>
        </p:xfrm>
        <a:graphic>
          <a:graphicData uri="http://schemas.openxmlformats.org/drawingml/2006/table">
            <a:tbl>
              <a:tblPr bandRow="1">
                <a:tableStyleId>{5C22544A-7EE6-4342-B048-85BDC9FD1C3A}</a:tableStyleId>
              </a:tblPr>
              <a:tblGrid>
                <a:gridCol w="1782754">
                  <a:extLst>
                    <a:ext uri="{9D8B030D-6E8A-4147-A177-3AD203B41FA5}">
                      <a16:colId xmlns:a16="http://schemas.microsoft.com/office/drawing/2014/main" val="2970735572"/>
                    </a:ext>
                  </a:extLst>
                </a:gridCol>
                <a:gridCol w="1782754">
                  <a:extLst>
                    <a:ext uri="{9D8B030D-6E8A-4147-A177-3AD203B41FA5}">
                      <a16:colId xmlns:a16="http://schemas.microsoft.com/office/drawing/2014/main" val="1326438378"/>
                    </a:ext>
                  </a:extLst>
                </a:gridCol>
                <a:gridCol w="1782754">
                  <a:extLst>
                    <a:ext uri="{9D8B030D-6E8A-4147-A177-3AD203B41FA5}">
                      <a16:colId xmlns:a16="http://schemas.microsoft.com/office/drawing/2014/main" val="4228390521"/>
                    </a:ext>
                  </a:extLst>
                </a:gridCol>
                <a:gridCol w="1782754">
                  <a:extLst>
                    <a:ext uri="{9D8B030D-6E8A-4147-A177-3AD203B41FA5}">
                      <a16:colId xmlns:a16="http://schemas.microsoft.com/office/drawing/2014/main" val="1839043649"/>
                    </a:ext>
                  </a:extLst>
                </a:gridCol>
                <a:gridCol w="1782754">
                  <a:extLst>
                    <a:ext uri="{9D8B030D-6E8A-4147-A177-3AD203B41FA5}">
                      <a16:colId xmlns:a16="http://schemas.microsoft.com/office/drawing/2014/main" val="322299687"/>
                    </a:ext>
                  </a:extLst>
                </a:gridCol>
                <a:gridCol w="1782754">
                  <a:extLst>
                    <a:ext uri="{9D8B030D-6E8A-4147-A177-3AD203B41FA5}">
                      <a16:colId xmlns:a16="http://schemas.microsoft.com/office/drawing/2014/main" val="4280800854"/>
                    </a:ext>
                  </a:extLst>
                </a:gridCol>
              </a:tblGrid>
              <a:tr h="612726">
                <a:tc>
                  <a:txBody>
                    <a:bodyPr/>
                    <a:lstStyle/>
                    <a:p>
                      <a:pPr rtl="0">
                        <a:buNone/>
                      </a:pPr>
                      <a:r>
                        <a:rPr lang="tr-TR" b="1">
                          <a:effectLst/>
                        </a:rPr>
                        <a:t>Model Size</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b="1">
                          <a:effectLst/>
                        </a:rPr>
                        <a:t>Parameters</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b="1">
                          <a:effectLst/>
                        </a:rPr>
                        <a:t>4-bit (Quantized)</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b="1">
                          <a:effectLst/>
                        </a:rPr>
                        <a:t>8-bit (Quantized)</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b="1">
                          <a:effectLst/>
                        </a:rPr>
                        <a:t>16-bit (Half Precision)</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b="1">
                          <a:effectLst/>
                        </a:rPr>
                        <a:t>32-bit (Full Precision)</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01722513"/>
                  </a:ext>
                </a:extLst>
              </a:tr>
              <a:tr h="373614">
                <a:tc>
                  <a:txBody>
                    <a:bodyPr/>
                    <a:lstStyle/>
                    <a:p>
                      <a:pPr rtl="0">
                        <a:buNone/>
                      </a:pPr>
                      <a:r>
                        <a:rPr lang="tr-TR" b="1">
                          <a:effectLst/>
                        </a:rPr>
                        <a:t>LLaMA-7B</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7 Billion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~5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~8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~14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~28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5360152"/>
                  </a:ext>
                </a:extLst>
              </a:tr>
              <a:tr h="373614">
                <a:tc>
                  <a:txBody>
                    <a:bodyPr/>
                    <a:lstStyle/>
                    <a:p>
                      <a:pPr rtl="0">
                        <a:buNone/>
                      </a:pPr>
                      <a:r>
                        <a:rPr lang="tr-TR" b="1">
                          <a:effectLst/>
                        </a:rPr>
                        <a:t>LLaMA-13B</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13 Billion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~9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~14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~26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~52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87047550"/>
                  </a:ext>
                </a:extLst>
              </a:tr>
              <a:tr h="373614">
                <a:tc>
                  <a:txBody>
                    <a:bodyPr/>
                    <a:lstStyle/>
                    <a:p>
                      <a:pPr rtl="0">
                        <a:buNone/>
                      </a:pPr>
                      <a:r>
                        <a:rPr lang="tr-TR" b="1">
                          <a:effectLst/>
                        </a:rPr>
                        <a:t>LLaMA-33B</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33 Billion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~20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~34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~66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~132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2721177"/>
                  </a:ext>
                </a:extLst>
              </a:tr>
              <a:tr h="373614">
                <a:tc>
                  <a:txBody>
                    <a:bodyPr/>
                    <a:lstStyle/>
                    <a:p>
                      <a:pPr rtl="0">
                        <a:buNone/>
                      </a:pPr>
                      <a:r>
                        <a:rPr lang="tr-TR" b="1">
                          <a:effectLst/>
                        </a:rPr>
                        <a:t>LLaMA-65B</a:t>
                      </a:r>
                      <a:endParaRPr lang="tr-TR">
                        <a:effectLs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65 Billion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~40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~66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~130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tr-TR">
                          <a:effectLst/>
                        </a:rPr>
                        <a:t>~260 GB</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30137787"/>
                  </a:ext>
                </a:extLst>
              </a:tr>
            </a:tbl>
          </a:graphicData>
        </a:graphic>
      </p:graphicFrame>
      <p:sp>
        <p:nvSpPr>
          <p:cNvPr id="22" name="Metin kutusu 21">
            <a:extLst>
              <a:ext uri="{FF2B5EF4-FFF2-40B4-BE49-F238E27FC236}">
                <a16:creationId xmlns:a16="http://schemas.microsoft.com/office/drawing/2014/main" id="{6F113434-AAE4-7079-467A-0D72ADE4E89F}"/>
              </a:ext>
            </a:extLst>
          </p:cNvPr>
          <p:cNvSpPr txBox="1"/>
          <p:nvPr/>
        </p:nvSpPr>
        <p:spPr>
          <a:xfrm>
            <a:off x="1745254" y="6353959"/>
            <a:ext cx="975095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1400"/>
              <a:t>         Source:https://huggingface.co/boboto/LLaMA-65B-HF </a:t>
            </a:r>
            <a:endParaRPr lang="en-US" sz="1400"/>
          </a:p>
          <a:p>
            <a:r>
              <a:rPr lang="tr-TR" sz="1400" dirty="0"/>
              <a:t>   </a:t>
            </a:r>
            <a:r>
              <a:rPr lang="tr-TR" sz="1400"/>
              <a:t>   Memory requirements calculated manually with KV cache Inference overhead in mind</a:t>
            </a:r>
            <a:br>
              <a:rPr lang="tr-TR" sz="1400" dirty="0"/>
            </a:br>
            <a:endParaRPr lang="tr-TR" sz="1400"/>
          </a:p>
          <a:p>
            <a:pPr algn="l"/>
            <a:endParaRPr lang="tr-TR" dirty="0"/>
          </a:p>
        </p:txBody>
      </p:sp>
    </p:spTree>
    <p:extLst>
      <p:ext uri="{BB962C8B-B14F-4D97-AF65-F5344CB8AC3E}">
        <p14:creationId xmlns:p14="http://schemas.microsoft.com/office/powerpoint/2010/main" val="196370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999"/>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8" grpId="0"/>
      <p:bldP spid="19" grpId="0" animBg="1"/>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803CD48-2130-D92B-F7F0-1BC9A20F5B42}"/>
              </a:ext>
            </a:extLst>
          </p:cNvPr>
          <p:cNvSpPr>
            <a:spLocks noGrp="1"/>
          </p:cNvSpPr>
          <p:nvPr>
            <p:ph type="title"/>
          </p:nvPr>
        </p:nvSpPr>
        <p:spPr/>
        <p:txBody>
          <a:bodyPr/>
          <a:lstStyle/>
          <a:p>
            <a:r>
              <a:rPr lang="tr-TR" dirty="0"/>
              <a:t>        </a:t>
            </a:r>
            <a:r>
              <a:rPr lang="tr-TR">
                <a:ea typeface="+mj-lt"/>
                <a:cs typeface="+mj-lt"/>
              </a:rPr>
              <a:t>   Solution 3: QLoRA (The Best of Both Worlds)</a:t>
            </a:r>
            <a:endParaRPr lang="tr-TR"/>
          </a:p>
        </p:txBody>
      </p:sp>
      <p:sp>
        <p:nvSpPr>
          <p:cNvPr id="3" name="İçerik Yer Tutucusu 2">
            <a:extLst>
              <a:ext uri="{FF2B5EF4-FFF2-40B4-BE49-F238E27FC236}">
                <a16:creationId xmlns:a16="http://schemas.microsoft.com/office/drawing/2014/main" id="{D8972FC0-10EC-70C5-7B4E-8826E548FAEA}"/>
              </a:ext>
            </a:extLst>
          </p:cNvPr>
          <p:cNvSpPr>
            <a:spLocks noGrp="1"/>
          </p:cNvSpPr>
          <p:nvPr>
            <p:ph idx="1"/>
          </p:nvPr>
        </p:nvSpPr>
        <p:spPr>
          <a:xfrm>
            <a:off x="806520" y="1503045"/>
            <a:ext cx="4056240" cy="545151"/>
          </a:xfrm>
        </p:spPr>
        <p:txBody>
          <a:bodyPr vert="horz" lIns="91440" tIns="45720" rIns="91440" bIns="45720" rtlCol="0" anchor="t">
            <a:noAutofit/>
          </a:bodyPr>
          <a:lstStyle/>
          <a:p>
            <a:pPr marL="359410" indent="-359410"/>
            <a:r>
              <a:rPr lang="tr-TR" sz="2500" dirty="0" err="1">
                <a:solidFill>
                  <a:srgbClr val="000000">
                    <a:alpha val="60000"/>
                  </a:srgbClr>
                </a:solidFill>
              </a:rPr>
              <a:t>What</a:t>
            </a:r>
            <a:r>
              <a:rPr lang="tr-TR" sz="2500" dirty="0">
                <a:solidFill>
                  <a:srgbClr val="000000">
                    <a:alpha val="60000"/>
                  </a:srgbClr>
                </a:solidFill>
              </a:rPr>
              <a:t> is </a:t>
            </a:r>
            <a:r>
              <a:rPr lang="tr-TR" sz="2500" dirty="0" err="1">
                <a:solidFill>
                  <a:srgbClr val="000000">
                    <a:alpha val="60000"/>
                  </a:srgbClr>
                </a:solidFill>
              </a:rPr>
              <a:t>QLoRA</a:t>
            </a:r>
            <a:r>
              <a:rPr lang="tr-TR" sz="2500" dirty="0">
                <a:solidFill>
                  <a:srgbClr val="000000">
                    <a:alpha val="60000"/>
                  </a:srgbClr>
                </a:solidFill>
              </a:rPr>
              <a:t>?</a:t>
            </a:r>
          </a:p>
        </p:txBody>
      </p:sp>
      <p:sp>
        <p:nvSpPr>
          <p:cNvPr id="6" name="Ok: Sağ 5">
            <a:extLst>
              <a:ext uri="{FF2B5EF4-FFF2-40B4-BE49-F238E27FC236}">
                <a16:creationId xmlns:a16="http://schemas.microsoft.com/office/drawing/2014/main" id="{C27D29D2-3E69-58CC-A97D-BFFED683370F}"/>
              </a:ext>
            </a:extLst>
          </p:cNvPr>
          <p:cNvSpPr/>
          <p:nvPr/>
        </p:nvSpPr>
        <p:spPr>
          <a:xfrm>
            <a:off x="804918" y="2202478"/>
            <a:ext cx="333910" cy="3153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Metin kutusu 6">
            <a:extLst>
              <a:ext uri="{FF2B5EF4-FFF2-40B4-BE49-F238E27FC236}">
                <a16:creationId xmlns:a16="http://schemas.microsoft.com/office/drawing/2014/main" id="{DD263EF3-EFBE-E1EE-786F-D43684ACAEA0}"/>
              </a:ext>
            </a:extLst>
          </p:cNvPr>
          <p:cNvSpPr txBox="1"/>
          <p:nvPr/>
        </p:nvSpPr>
        <p:spPr>
          <a:xfrm>
            <a:off x="1310741" y="2211876"/>
            <a:ext cx="83423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dirty="0" err="1"/>
              <a:t>QLoRA</a:t>
            </a:r>
            <a:r>
              <a:rPr lang="tr-TR" dirty="0"/>
              <a:t> is </a:t>
            </a:r>
            <a:r>
              <a:rPr lang="tr-TR" dirty="0" err="1"/>
              <a:t>just</a:t>
            </a:r>
            <a:r>
              <a:rPr lang="tr-TR" dirty="0"/>
              <a:t> a </a:t>
            </a:r>
            <a:r>
              <a:rPr lang="tr-TR" dirty="0" err="1"/>
              <a:t>plain</a:t>
            </a:r>
            <a:r>
              <a:rPr lang="tr-TR" dirty="0"/>
              <a:t> </a:t>
            </a:r>
            <a:r>
              <a:rPr lang="tr-TR" dirty="0" err="1"/>
              <a:t>simple</a:t>
            </a:r>
            <a:r>
              <a:rPr lang="tr-TR" dirty="0"/>
              <a:t> mix of </a:t>
            </a:r>
            <a:r>
              <a:rPr lang="tr-TR" dirty="0" err="1"/>
              <a:t>Quantization</a:t>
            </a:r>
            <a:r>
              <a:rPr lang="tr-TR" dirty="0"/>
              <a:t> </a:t>
            </a:r>
            <a:r>
              <a:rPr lang="tr-TR" dirty="0" err="1"/>
              <a:t>and</a:t>
            </a:r>
            <a:r>
              <a:rPr lang="tr-TR" dirty="0"/>
              <a:t> </a:t>
            </a:r>
            <a:r>
              <a:rPr lang="tr-TR" dirty="0" err="1"/>
              <a:t>LoRa</a:t>
            </a:r>
            <a:r>
              <a:rPr lang="tr-TR" dirty="0"/>
              <a:t> </a:t>
            </a:r>
          </a:p>
        </p:txBody>
      </p:sp>
      <p:cxnSp>
        <p:nvCxnSpPr>
          <p:cNvPr id="8" name="Düz Ok Bağlayıcısı 7">
            <a:extLst>
              <a:ext uri="{FF2B5EF4-FFF2-40B4-BE49-F238E27FC236}">
                <a16:creationId xmlns:a16="http://schemas.microsoft.com/office/drawing/2014/main" id="{2C8FA217-97AE-0A28-4353-A13CD8EC2F79}"/>
              </a:ext>
            </a:extLst>
          </p:cNvPr>
          <p:cNvCxnSpPr/>
          <p:nvPr/>
        </p:nvCxnSpPr>
        <p:spPr>
          <a:xfrm>
            <a:off x="1458394" y="2393283"/>
            <a:ext cx="6021217" cy="13660"/>
          </a:xfrm>
          <a:prstGeom prst="straightConnector1">
            <a:avLst/>
          </a:prstGeom>
          <a:ln w="57150"/>
        </p:spPr>
        <p:style>
          <a:lnRef idx="1">
            <a:schemeClr val="dk1"/>
          </a:lnRef>
          <a:fillRef idx="0">
            <a:schemeClr val="dk1"/>
          </a:fillRef>
          <a:effectRef idx="0">
            <a:schemeClr val="dk1"/>
          </a:effectRef>
          <a:fontRef idx="minor">
            <a:schemeClr val="tx1"/>
          </a:fontRef>
        </p:style>
      </p:cxnSp>
      <p:sp>
        <p:nvSpPr>
          <p:cNvPr id="10" name="Ok: Sağ 9">
            <a:extLst>
              <a:ext uri="{FF2B5EF4-FFF2-40B4-BE49-F238E27FC236}">
                <a16:creationId xmlns:a16="http://schemas.microsoft.com/office/drawing/2014/main" id="{A0584CF3-DD6A-24D2-6A86-718A8FC46364}"/>
              </a:ext>
            </a:extLst>
          </p:cNvPr>
          <p:cNvSpPr/>
          <p:nvPr/>
        </p:nvSpPr>
        <p:spPr>
          <a:xfrm>
            <a:off x="808534" y="2787453"/>
            <a:ext cx="333910" cy="3153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a:extLst>
              <a:ext uri="{FF2B5EF4-FFF2-40B4-BE49-F238E27FC236}">
                <a16:creationId xmlns:a16="http://schemas.microsoft.com/office/drawing/2014/main" id="{CA71A34B-E935-C3AB-544A-28812ACD96CE}"/>
              </a:ext>
            </a:extLst>
          </p:cNvPr>
          <p:cNvSpPr txBox="1"/>
          <p:nvPr/>
        </p:nvSpPr>
        <p:spPr>
          <a:xfrm>
            <a:off x="1312339" y="2786194"/>
            <a:ext cx="1047355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a:ea typeface="+mn-lt"/>
                <a:cs typeface="+mn-lt"/>
              </a:rPr>
              <a:t>QLoRa is a specific finetuning approach that  backpropagates gradients through a frozen, 4-bit quantized pretrained language model into Low Rank Adapters</a:t>
            </a:r>
            <a:endParaRPr lang="tr-TR"/>
          </a:p>
        </p:txBody>
      </p:sp>
      <p:pic>
        <p:nvPicPr>
          <p:cNvPr id="12" name="Resim 11" descr="metin, yazı tipi, beyaz, ekran görüntüsü içeren bir resim&#10;&#10;Yapay zeka tarafından oluşturulmuş içerik yanlış olabilir.">
            <a:extLst>
              <a:ext uri="{FF2B5EF4-FFF2-40B4-BE49-F238E27FC236}">
                <a16:creationId xmlns:a16="http://schemas.microsoft.com/office/drawing/2014/main" id="{156F1B8B-9893-101B-03B0-66C945FF2EE1}"/>
              </a:ext>
            </a:extLst>
          </p:cNvPr>
          <p:cNvPicPr>
            <a:picLocks noChangeAspect="1"/>
          </p:cNvPicPr>
          <p:nvPr/>
        </p:nvPicPr>
        <p:blipFill>
          <a:blip r:embed="rId2"/>
          <a:stretch>
            <a:fillRect/>
          </a:stretch>
        </p:blipFill>
        <p:spPr>
          <a:xfrm>
            <a:off x="3791596" y="3430615"/>
            <a:ext cx="1341250" cy="3432228"/>
          </a:xfrm>
          <a:prstGeom prst="rect">
            <a:avLst/>
          </a:prstGeom>
        </p:spPr>
      </p:pic>
      <p:pic>
        <p:nvPicPr>
          <p:cNvPr id="13" name="Resim 12" descr="metin, diyagram, ekran görüntüsü, yazı tipi içeren bir resim&#10;&#10;Yapay zeka tarafından oluşturulmuş içerik yanlış olabilir.">
            <a:extLst>
              <a:ext uri="{FF2B5EF4-FFF2-40B4-BE49-F238E27FC236}">
                <a16:creationId xmlns:a16="http://schemas.microsoft.com/office/drawing/2014/main" id="{53D189D0-74C9-8B9B-20B3-6266F95266AE}"/>
              </a:ext>
            </a:extLst>
          </p:cNvPr>
          <p:cNvPicPr>
            <a:picLocks noChangeAspect="1"/>
          </p:cNvPicPr>
          <p:nvPr/>
        </p:nvPicPr>
        <p:blipFill>
          <a:blip r:embed="rId3"/>
          <a:stretch>
            <a:fillRect/>
          </a:stretch>
        </p:blipFill>
        <p:spPr>
          <a:xfrm>
            <a:off x="5124289" y="3437961"/>
            <a:ext cx="4268168" cy="3430452"/>
          </a:xfrm>
          <a:prstGeom prst="rect">
            <a:avLst/>
          </a:prstGeom>
        </p:spPr>
      </p:pic>
    </p:spTree>
    <p:extLst>
      <p:ext uri="{BB962C8B-B14F-4D97-AF65-F5344CB8AC3E}">
        <p14:creationId xmlns:p14="http://schemas.microsoft.com/office/powerpoint/2010/main" val="278509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1249"/>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par>
                          <p:cTn id="13" fill="hold">
                            <p:stCondLst>
                              <p:cond delay="0"/>
                            </p:stCondLst>
                            <p:childTnLst>
                              <p:par>
                                <p:cTn id="14" presetID="12" presetClass="entr" presetSubtype="4" fill="hold" nodeType="afterEffect">
                                  <p:stCondLst>
                                    <p:cond delay="300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1250"/>
                                        <p:tgtEl>
                                          <p:spTgt spid="8"/>
                                        </p:tgtEl>
                                        <p:attrNameLst>
                                          <p:attrName>ppt_y</p:attrName>
                                        </p:attrNameLst>
                                      </p:cBhvr>
                                      <p:tavLst>
                                        <p:tav tm="0">
                                          <p:val>
                                            <p:strVal val="#ppt_y+#ppt_h*1.125000"/>
                                          </p:val>
                                        </p:tav>
                                        <p:tav tm="100000">
                                          <p:val>
                                            <p:strVal val="#ppt_y"/>
                                          </p:val>
                                        </p:tav>
                                      </p:tavLst>
                                    </p:anim>
                                    <p:animEffect transition="in" filter="wipe(up)">
                                      <p:cBhvr>
                                        <p:cTn id="17" dur="125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7" grpId="0"/>
      <p:bldP spid="10" grpId="0" animBg="1"/>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BBF2CCF-ED6C-1D31-2CAA-FA5793764104}"/>
              </a:ext>
            </a:extLst>
          </p:cNvPr>
          <p:cNvSpPr>
            <a:spLocks noGrp="1"/>
          </p:cNvSpPr>
          <p:nvPr>
            <p:ph type="title"/>
          </p:nvPr>
        </p:nvSpPr>
        <p:spPr/>
        <p:txBody>
          <a:bodyPr/>
          <a:lstStyle/>
          <a:p>
            <a:r>
              <a:rPr lang="tr-TR"/>
              <a:t>                             QLoRa's Innovations</a:t>
            </a:r>
          </a:p>
        </p:txBody>
      </p:sp>
      <p:sp>
        <p:nvSpPr>
          <p:cNvPr id="3" name="İçerik Yer Tutucusu 2">
            <a:extLst>
              <a:ext uri="{FF2B5EF4-FFF2-40B4-BE49-F238E27FC236}">
                <a16:creationId xmlns:a16="http://schemas.microsoft.com/office/drawing/2014/main" id="{791F57C9-7583-2454-F77A-4E5B7ACC683F}"/>
              </a:ext>
            </a:extLst>
          </p:cNvPr>
          <p:cNvSpPr>
            <a:spLocks noGrp="1"/>
          </p:cNvSpPr>
          <p:nvPr>
            <p:ph idx="1"/>
          </p:nvPr>
        </p:nvSpPr>
        <p:spPr/>
        <p:txBody>
          <a:bodyPr vert="horz" lIns="91440" tIns="45720" rIns="91440" bIns="45720" rtlCol="0" anchor="t">
            <a:normAutofit/>
          </a:bodyPr>
          <a:lstStyle/>
          <a:p>
            <a:pPr marL="457200" indent="-457200">
              <a:buAutoNum type="arabicPeriod"/>
            </a:pPr>
            <a:r>
              <a:rPr lang="tr-TR" sz="1800" b="1">
                <a:ea typeface="+mn-lt"/>
                <a:cs typeface="+mn-lt"/>
              </a:rPr>
              <a:t>A new way to store data</a:t>
            </a:r>
            <a:r>
              <a:rPr lang="tr-TR" sz="1800" dirty="0">
                <a:ea typeface="+mn-lt"/>
                <a:cs typeface="+mn-lt"/>
              </a:rPr>
              <a:t> </a:t>
            </a:r>
            <a:r>
              <a:rPr lang="tr-TR" sz="1800" b="1">
                <a:ea typeface="+mn-lt"/>
                <a:cs typeface="+mn-lt"/>
              </a:rPr>
              <a:t>: 4-bit NormalFloat</a:t>
            </a:r>
            <a:r>
              <a:rPr lang="tr-TR" sz="1800">
                <a:ea typeface="+mn-lt"/>
                <a:cs typeface="+mn-lt"/>
              </a:rPr>
              <a:t>, an information theoretically optimal quantization data type for normally distributed data that yields better empirical results than 4-bit Integers and 4-bit Floats.</a:t>
            </a:r>
          </a:p>
          <a:p>
            <a:pPr marL="457200" indent="-457200">
              <a:buAutoNum type="arabicPeriod"/>
            </a:pPr>
            <a:r>
              <a:rPr lang="tr-TR" sz="1800" b="1">
                <a:ea typeface="+mn-lt"/>
                <a:cs typeface="+mn-lt"/>
              </a:rPr>
              <a:t>Double Quantization :</a:t>
            </a:r>
            <a:r>
              <a:rPr lang="tr-TR" sz="1800" dirty="0">
                <a:ea typeface="+mn-lt"/>
                <a:cs typeface="+mn-lt"/>
              </a:rPr>
              <a:t> </a:t>
            </a:r>
            <a:r>
              <a:rPr lang="tr-TR" sz="1800" b="1">
                <a:ea typeface="+mn-lt"/>
                <a:cs typeface="+mn-lt"/>
              </a:rPr>
              <a:t>A method that quantizes the quantization constants </a:t>
            </a:r>
            <a:r>
              <a:rPr lang="tr-TR" sz="1800">
                <a:ea typeface="+mn-lt"/>
                <a:cs typeface="+mn-lt"/>
              </a:rPr>
              <a:t>saving an average of about 0.37 bits per parameter (approximately 3 GB for a 65B model).</a:t>
            </a:r>
          </a:p>
          <a:p>
            <a:pPr marL="457200" indent="-457200">
              <a:buAutoNum type="arabicPeriod"/>
            </a:pPr>
            <a:r>
              <a:rPr lang="tr-TR" sz="1800" b="1">
                <a:solidFill>
                  <a:srgbClr val="000000">
                    <a:alpha val="60000"/>
                  </a:srgbClr>
                </a:solidFill>
                <a:ea typeface="+mn-lt"/>
                <a:cs typeface="+mn-lt"/>
              </a:rPr>
              <a:t>Paged</a:t>
            </a:r>
            <a:r>
              <a:rPr lang="tr-TR" sz="1800" b="1">
                <a:ea typeface="+mn-lt"/>
                <a:cs typeface="+mn-lt"/>
              </a:rPr>
              <a:t> Optimizers : </a:t>
            </a:r>
            <a:r>
              <a:rPr lang="tr-TR" sz="1800">
                <a:ea typeface="+mn-lt"/>
                <a:cs typeface="+mn-lt"/>
              </a:rPr>
              <a:t>Uses NVIDIA's Unified Memory to avoid the gradient checkpointing memory spikes  in memory usage during training.</a:t>
            </a:r>
            <a:endParaRPr lang="tr-TR" sz="1800" b="1" dirty="0">
              <a:solidFill>
                <a:srgbClr val="000000">
                  <a:alpha val="60000"/>
                </a:srgbClr>
              </a:solidFill>
              <a:ea typeface="+mn-lt"/>
              <a:cs typeface="+mn-lt"/>
            </a:endParaRPr>
          </a:p>
        </p:txBody>
      </p:sp>
    </p:spTree>
    <p:extLst>
      <p:ext uri="{BB962C8B-B14F-4D97-AF65-F5344CB8AC3E}">
        <p14:creationId xmlns:p14="http://schemas.microsoft.com/office/powerpoint/2010/main" val="2504485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11F99BF-C5AF-DF3D-D47D-7DE09C6B4C1B}"/>
              </a:ext>
            </a:extLst>
          </p:cNvPr>
          <p:cNvSpPr>
            <a:spLocks noGrp="1"/>
          </p:cNvSpPr>
          <p:nvPr>
            <p:ph type="title"/>
          </p:nvPr>
        </p:nvSpPr>
        <p:spPr/>
        <p:txBody>
          <a:bodyPr/>
          <a:lstStyle/>
          <a:p>
            <a:r>
              <a:rPr lang="tr-TR" dirty="0"/>
              <a:t>     </a:t>
            </a:r>
            <a:r>
              <a:rPr lang="tr-TR" dirty="0">
                <a:ea typeface="+mj-lt"/>
                <a:cs typeface="+mj-lt"/>
              </a:rPr>
              <a:t>     </a:t>
            </a:r>
            <a:r>
              <a:rPr lang="tr-TR" dirty="0" err="1">
                <a:ea typeface="+mj-lt"/>
                <a:cs typeface="+mj-lt"/>
              </a:rPr>
              <a:t>The</a:t>
            </a:r>
            <a:r>
              <a:rPr lang="tr-TR" dirty="0">
                <a:ea typeface="+mj-lt"/>
                <a:cs typeface="+mj-lt"/>
              </a:rPr>
              <a:t> Problem </a:t>
            </a:r>
            <a:r>
              <a:rPr lang="tr-TR" dirty="0" err="1">
                <a:ea typeface="+mj-lt"/>
                <a:cs typeface="+mj-lt"/>
              </a:rPr>
              <a:t>with</a:t>
            </a:r>
            <a:r>
              <a:rPr lang="tr-TR" dirty="0">
                <a:ea typeface="+mj-lt"/>
                <a:cs typeface="+mj-lt"/>
              </a:rPr>
              <a:t> Standard </a:t>
            </a:r>
            <a:r>
              <a:rPr lang="tr-TR" dirty="0" err="1">
                <a:ea typeface="+mj-lt"/>
                <a:cs typeface="+mj-lt"/>
              </a:rPr>
              <a:t>Quantization</a:t>
            </a:r>
          </a:p>
        </p:txBody>
      </p:sp>
      <p:sp>
        <p:nvSpPr>
          <p:cNvPr id="3" name="İçerik Yer Tutucusu 2">
            <a:extLst>
              <a:ext uri="{FF2B5EF4-FFF2-40B4-BE49-F238E27FC236}">
                <a16:creationId xmlns:a16="http://schemas.microsoft.com/office/drawing/2014/main" id="{03CBB32F-B9CA-AB90-032D-8905249C7F79}"/>
              </a:ext>
            </a:extLst>
          </p:cNvPr>
          <p:cNvSpPr>
            <a:spLocks noGrp="1"/>
          </p:cNvSpPr>
          <p:nvPr>
            <p:ph idx="1"/>
          </p:nvPr>
        </p:nvSpPr>
        <p:spPr>
          <a:xfrm>
            <a:off x="928440" y="1713139"/>
            <a:ext cx="10585492" cy="1130077"/>
          </a:xfrm>
        </p:spPr>
        <p:txBody>
          <a:bodyPr vert="horz" lIns="91440" tIns="45720" rIns="91440" bIns="45720" rtlCol="0" anchor="t">
            <a:noAutofit/>
          </a:bodyPr>
          <a:lstStyle/>
          <a:p>
            <a:pPr marL="0" indent="0">
              <a:buNone/>
            </a:pPr>
            <a:r>
              <a:rPr lang="tr-TR" sz="1800" b="1" dirty="0">
                <a:solidFill>
                  <a:srgbClr val="000000">
                    <a:alpha val="60000"/>
                  </a:srgbClr>
                </a:solidFill>
                <a:ea typeface="+mn-lt"/>
                <a:cs typeface="+mn-lt"/>
              </a:rPr>
              <a:t>Example</a:t>
            </a:r>
            <a:r>
              <a:rPr lang="tr-TR" sz="1800" dirty="0">
                <a:ea typeface="+mn-lt"/>
                <a:cs typeface="+mn-lt"/>
              </a:rPr>
              <a:t>:32-bit </a:t>
            </a:r>
            <a:r>
              <a:rPr lang="tr-TR" sz="1800" dirty="0" err="1">
                <a:ea typeface="+mn-lt"/>
                <a:cs typeface="+mn-lt"/>
              </a:rPr>
              <a:t>Floating</a:t>
            </a:r>
            <a:r>
              <a:rPr lang="tr-TR" sz="1800" dirty="0">
                <a:ea typeface="+mn-lt"/>
                <a:cs typeface="+mn-lt"/>
              </a:rPr>
              <a:t> Point (FP32) </a:t>
            </a:r>
            <a:r>
              <a:rPr lang="tr-TR" sz="1800" dirty="0" err="1">
                <a:ea typeface="+mn-lt"/>
                <a:cs typeface="+mn-lt"/>
              </a:rPr>
              <a:t>tensor</a:t>
            </a:r>
            <a:r>
              <a:rPr lang="tr-TR" sz="1800" dirty="0">
                <a:ea typeface="+mn-lt"/>
                <a:cs typeface="+mn-lt"/>
              </a:rPr>
              <a:t> </a:t>
            </a:r>
            <a:r>
              <a:rPr lang="tr-TR" sz="1800" dirty="0" err="1">
                <a:ea typeface="+mn-lt"/>
                <a:cs typeface="+mn-lt"/>
              </a:rPr>
              <a:t>into</a:t>
            </a:r>
            <a:r>
              <a:rPr lang="tr-TR" sz="1800" dirty="0">
                <a:ea typeface="+mn-lt"/>
                <a:cs typeface="+mn-lt"/>
              </a:rPr>
              <a:t> a Int8 </a:t>
            </a:r>
            <a:r>
              <a:rPr lang="tr-TR" sz="1800" dirty="0" err="1">
                <a:ea typeface="+mn-lt"/>
                <a:cs typeface="+mn-lt"/>
              </a:rPr>
              <a:t>tensor</a:t>
            </a:r>
            <a:r>
              <a:rPr lang="tr-TR" sz="1800" dirty="0">
                <a:ea typeface="+mn-lt"/>
                <a:cs typeface="+mn-lt"/>
              </a:rPr>
              <a:t> </a:t>
            </a:r>
            <a:r>
              <a:rPr lang="tr-TR" sz="1800" dirty="0" err="1">
                <a:ea typeface="+mn-lt"/>
                <a:cs typeface="+mn-lt"/>
              </a:rPr>
              <a:t>with</a:t>
            </a:r>
            <a:r>
              <a:rPr lang="tr-TR" sz="1800" dirty="0">
                <a:ea typeface="+mn-lt"/>
                <a:cs typeface="+mn-lt"/>
              </a:rPr>
              <a:t> </a:t>
            </a:r>
            <a:r>
              <a:rPr lang="tr-TR" sz="1800" dirty="0" err="1">
                <a:ea typeface="+mn-lt"/>
                <a:cs typeface="+mn-lt"/>
              </a:rPr>
              <a:t>range</a:t>
            </a:r>
            <a:r>
              <a:rPr lang="tr-TR" sz="1800" dirty="0">
                <a:ea typeface="+mn-lt"/>
                <a:cs typeface="+mn-lt"/>
              </a:rPr>
              <a:t> [−127,127]:</a:t>
            </a:r>
            <a:endParaRPr lang="tr-TR" sz="1800" dirty="0">
              <a:solidFill>
                <a:srgbClr val="000000">
                  <a:alpha val="60000"/>
                </a:srgbClr>
              </a:solidFill>
            </a:endParaRPr>
          </a:p>
        </p:txBody>
      </p:sp>
      <p:pic>
        <p:nvPicPr>
          <p:cNvPr id="4" name="Resim 3" descr="metin, yazı tipi, çizgi, beyaz içeren bir resim&#10;&#10;Yapay zeka tarafından oluşturulmuş içerik yanlış olabilir.">
            <a:extLst>
              <a:ext uri="{FF2B5EF4-FFF2-40B4-BE49-F238E27FC236}">
                <a16:creationId xmlns:a16="http://schemas.microsoft.com/office/drawing/2014/main" id="{3FD03045-9966-F209-77F6-1F6C9272AA3C}"/>
              </a:ext>
            </a:extLst>
          </p:cNvPr>
          <p:cNvPicPr>
            <a:picLocks noChangeAspect="1"/>
          </p:cNvPicPr>
          <p:nvPr/>
        </p:nvPicPr>
        <p:blipFill>
          <a:blip r:embed="rId2"/>
          <a:stretch>
            <a:fillRect/>
          </a:stretch>
        </p:blipFill>
        <p:spPr>
          <a:xfrm>
            <a:off x="1901195" y="2275523"/>
            <a:ext cx="6869430" cy="823595"/>
          </a:xfrm>
          <a:prstGeom prst="rect">
            <a:avLst/>
          </a:prstGeom>
        </p:spPr>
      </p:pic>
      <p:sp>
        <p:nvSpPr>
          <p:cNvPr id="6" name="Metin kutusu 5">
            <a:extLst>
              <a:ext uri="{FF2B5EF4-FFF2-40B4-BE49-F238E27FC236}">
                <a16:creationId xmlns:a16="http://schemas.microsoft.com/office/drawing/2014/main" id="{6C934421-C34D-D6BF-BD55-8E790A60C2E8}"/>
              </a:ext>
            </a:extLst>
          </p:cNvPr>
          <p:cNvSpPr txBox="1"/>
          <p:nvPr/>
        </p:nvSpPr>
        <p:spPr>
          <a:xfrm>
            <a:off x="793524" y="3937451"/>
            <a:ext cx="520130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2000" dirty="0" err="1">
                <a:solidFill>
                  <a:srgbClr val="787D7D"/>
                </a:solidFill>
                <a:ea typeface="+mn-lt"/>
                <a:cs typeface="+mn-lt"/>
              </a:rPr>
              <a:t>Dequantization</a:t>
            </a:r>
            <a:r>
              <a:rPr lang="tr-TR" sz="2000" dirty="0">
                <a:solidFill>
                  <a:srgbClr val="787D7D"/>
                </a:solidFill>
                <a:ea typeface="+mn-lt"/>
                <a:cs typeface="+mn-lt"/>
              </a:rPr>
              <a:t> is </a:t>
            </a:r>
            <a:r>
              <a:rPr lang="tr-TR" sz="2000" dirty="0" err="1">
                <a:solidFill>
                  <a:srgbClr val="787D7D"/>
                </a:solidFill>
                <a:ea typeface="+mn-lt"/>
                <a:cs typeface="+mn-lt"/>
              </a:rPr>
              <a:t>the</a:t>
            </a:r>
            <a:r>
              <a:rPr lang="tr-TR" sz="2000" dirty="0">
                <a:solidFill>
                  <a:srgbClr val="787D7D"/>
                </a:solidFill>
                <a:ea typeface="+mn-lt"/>
                <a:cs typeface="+mn-lt"/>
              </a:rPr>
              <a:t> </a:t>
            </a:r>
            <a:r>
              <a:rPr lang="tr-TR" sz="2000" dirty="0" err="1">
                <a:solidFill>
                  <a:srgbClr val="787D7D"/>
                </a:solidFill>
                <a:ea typeface="+mn-lt"/>
                <a:cs typeface="+mn-lt"/>
              </a:rPr>
              <a:t>inverse</a:t>
            </a:r>
            <a:r>
              <a:rPr lang="tr-TR" sz="2000" dirty="0">
                <a:solidFill>
                  <a:srgbClr val="787D7D"/>
                </a:solidFill>
                <a:ea typeface="+mn-lt"/>
                <a:cs typeface="+mn-lt"/>
              </a:rPr>
              <a:t>:</a:t>
            </a:r>
          </a:p>
        </p:txBody>
      </p:sp>
      <p:pic>
        <p:nvPicPr>
          <p:cNvPr id="7" name="Resim 6" descr="yazı tipi, metin, beyaz, çizgi içeren bir resim&#10;&#10;Yapay zeka tarafından oluşturulmuş içerik yanlış olabilir.">
            <a:extLst>
              <a:ext uri="{FF2B5EF4-FFF2-40B4-BE49-F238E27FC236}">
                <a16:creationId xmlns:a16="http://schemas.microsoft.com/office/drawing/2014/main" id="{3E743437-4F5A-A833-CFB7-51A881417802}"/>
              </a:ext>
            </a:extLst>
          </p:cNvPr>
          <p:cNvPicPr>
            <a:picLocks noChangeAspect="1"/>
          </p:cNvPicPr>
          <p:nvPr/>
        </p:nvPicPr>
        <p:blipFill>
          <a:blip r:embed="rId3"/>
          <a:stretch>
            <a:fillRect/>
          </a:stretch>
        </p:blipFill>
        <p:spPr>
          <a:xfrm>
            <a:off x="4497805" y="3777577"/>
            <a:ext cx="3935095" cy="722630"/>
          </a:xfrm>
          <a:prstGeom prst="rect">
            <a:avLst/>
          </a:prstGeom>
        </p:spPr>
      </p:pic>
      <p:sp>
        <p:nvSpPr>
          <p:cNvPr id="8" name="Metin kutusu 7">
            <a:extLst>
              <a:ext uri="{FF2B5EF4-FFF2-40B4-BE49-F238E27FC236}">
                <a16:creationId xmlns:a16="http://schemas.microsoft.com/office/drawing/2014/main" id="{B9B18914-9169-7986-AE0B-FC52F18994D0}"/>
              </a:ext>
            </a:extLst>
          </p:cNvPr>
          <p:cNvSpPr txBox="1"/>
          <p:nvPr/>
        </p:nvSpPr>
        <p:spPr>
          <a:xfrm>
            <a:off x="796560" y="4940723"/>
            <a:ext cx="1102209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2400" dirty="0" err="1">
                <a:solidFill>
                  <a:srgbClr val="787D7D"/>
                </a:solidFill>
                <a:ea typeface="+mn-lt"/>
                <a:cs typeface="+mn-lt"/>
              </a:rPr>
              <a:t>The</a:t>
            </a:r>
            <a:r>
              <a:rPr lang="tr-TR" sz="2400" dirty="0">
                <a:solidFill>
                  <a:srgbClr val="787D7D"/>
                </a:solidFill>
                <a:ea typeface="+mn-lt"/>
                <a:cs typeface="+mn-lt"/>
              </a:rPr>
              <a:t> problem </a:t>
            </a:r>
            <a:r>
              <a:rPr lang="tr-TR" sz="2400" dirty="0" err="1">
                <a:solidFill>
                  <a:srgbClr val="787D7D"/>
                </a:solidFill>
                <a:ea typeface="+mn-lt"/>
                <a:cs typeface="+mn-lt"/>
              </a:rPr>
              <a:t>with</a:t>
            </a:r>
            <a:r>
              <a:rPr lang="tr-TR" sz="2400" dirty="0">
                <a:solidFill>
                  <a:srgbClr val="787D7D"/>
                </a:solidFill>
                <a:ea typeface="+mn-lt"/>
                <a:cs typeface="+mn-lt"/>
              </a:rPr>
              <a:t> </a:t>
            </a:r>
            <a:r>
              <a:rPr lang="tr-TR" sz="2400" dirty="0" err="1">
                <a:solidFill>
                  <a:srgbClr val="787D7D"/>
                </a:solidFill>
                <a:ea typeface="+mn-lt"/>
                <a:cs typeface="+mn-lt"/>
              </a:rPr>
              <a:t>this</a:t>
            </a:r>
            <a:r>
              <a:rPr lang="tr-TR" sz="2400" dirty="0">
                <a:solidFill>
                  <a:srgbClr val="787D7D"/>
                </a:solidFill>
                <a:ea typeface="+mn-lt"/>
                <a:cs typeface="+mn-lt"/>
              </a:rPr>
              <a:t> </a:t>
            </a:r>
            <a:r>
              <a:rPr lang="tr-TR" sz="2400" dirty="0" err="1">
                <a:solidFill>
                  <a:srgbClr val="787D7D"/>
                </a:solidFill>
                <a:ea typeface="+mn-lt"/>
                <a:cs typeface="+mn-lt"/>
              </a:rPr>
              <a:t>approach</a:t>
            </a:r>
            <a:r>
              <a:rPr lang="tr-TR" sz="2400" dirty="0">
                <a:solidFill>
                  <a:srgbClr val="787D7D"/>
                </a:solidFill>
                <a:ea typeface="+mn-lt"/>
                <a:cs typeface="+mn-lt"/>
              </a:rPr>
              <a:t> is </a:t>
            </a:r>
            <a:r>
              <a:rPr lang="tr-TR" sz="2400" dirty="0" err="1">
                <a:solidFill>
                  <a:srgbClr val="787D7D"/>
                </a:solidFill>
                <a:ea typeface="+mn-lt"/>
                <a:cs typeface="+mn-lt"/>
              </a:rPr>
              <a:t>that</a:t>
            </a:r>
            <a:r>
              <a:rPr lang="tr-TR" sz="2400" dirty="0">
                <a:solidFill>
                  <a:srgbClr val="787D7D"/>
                </a:solidFill>
                <a:ea typeface="+mn-lt"/>
                <a:cs typeface="+mn-lt"/>
              </a:rPr>
              <a:t> </a:t>
            </a:r>
            <a:r>
              <a:rPr lang="tr-TR" sz="2400" dirty="0" err="1">
                <a:solidFill>
                  <a:srgbClr val="787D7D"/>
                </a:solidFill>
                <a:ea typeface="+mn-lt"/>
                <a:cs typeface="+mn-lt"/>
              </a:rPr>
              <a:t>if</a:t>
            </a:r>
            <a:r>
              <a:rPr lang="tr-TR" sz="2400" dirty="0">
                <a:solidFill>
                  <a:srgbClr val="787D7D"/>
                </a:solidFill>
                <a:ea typeface="+mn-lt"/>
                <a:cs typeface="+mn-lt"/>
              </a:rPr>
              <a:t> a </a:t>
            </a:r>
            <a:r>
              <a:rPr lang="tr-TR" sz="2400" dirty="0" err="1">
                <a:solidFill>
                  <a:srgbClr val="787D7D"/>
                </a:solidFill>
                <a:ea typeface="+mn-lt"/>
                <a:cs typeface="+mn-lt"/>
              </a:rPr>
              <a:t>large</a:t>
            </a:r>
            <a:r>
              <a:rPr lang="tr-TR" sz="2400" dirty="0">
                <a:solidFill>
                  <a:srgbClr val="787D7D"/>
                </a:solidFill>
                <a:ea typeface="+mn-lt"/>
                <a:cs typeface="+mn-lt"/>
              </a:rPr>
              <a:t> </a:t>
            </a:r>
            <a:r>
              <a:rPr lang="tr-TR" sz="2400" dirty="0" err="1">
                <a:solidFill>
                  <a:srgbClr val="787D7D"/>
                </a:solidFill>
                <a:ea typeface="+mn-lt"/>
                <a:cs typeface="+mn-lt"/>
              </a:rPr>
              <a:t>magnitude</a:t>
            </a:r>
            <a:r>
              <a:rPr lang="tr-TR" sz="2400" dirty="0">
                <a:solidFill>
                  <a:srgbClr val="787D7D"/>
                </a:solidFill>
                <a:ea typeface="+mn-lt"/>
                <a:cs typeface="+mn-lt"/>
              </a:rPr>
              <a:t> </a:t>
            </a:r>
            <a:r>
              <a:rPr lang="tr-TR" sz="2400" dirty="0" err="1">
                <a:solidFill>
                  <a:srgbClr val="787D7D"/>
                </a:solidFill>
                <a:ea typeface="+mn-lt"/>
                <a:cs typeface="+mn-lt"/>
              </a:rPr>
              <a:t>value</a:t>
            </a:r>
            <a:r>
              <a:rPr lang="tr-TR" sz="2400" dirty="0">
                <a:solidFill>
                  <a:srgbClr val="787D7D"/>
                </a:solidFill>
                <a:ea typeface="+mn-lt"/>
                <a:cs typeface="+mn-lt"/>
              </a:rPr>
              <a:t> (</a:t>
            </a:r>
            <a:r>
              <a:rPr lang="tr-TR" sz="2400" dirty="0" err="1">
                <a:solidFill>
                  <a:srgbClr val="787D7D"/>
                </a:solidFill>
                <a:ea typeface="+mn-lt"/>
                <a:cs typeface="+mn-lt"/>
              </a:rPr>
              <a:t>i.e</a:t>
            </a:r>
            <a:r>
              <a:rPr lang="tr-TR" sz="2400" dirty="0">
                <a:solidFill>
                  <a:srgbClr val="787D7D"/>
                </a:solidFill>
                <a:ea typeface="+mn-lt"/>
                <a:cs typeface="+mn-lt"/>
              </a:rPr>
              <a:t>., an </a:t>
            </a:r>
            <a:r>
              <a:rPr lang="tr-TR" sz="2400" dirty="0" err="1">
                <a:solidFill>
                  <a:srgbClr val="787D7D"/>
                </a:solidFill>
                <a:ea typeface="+mn-lt"/>
                <a:cs typeface="+mn-lt"/>
              </a:rPr>
              <a:t>outlier</a:t>
            </a:r>
            <a:r>
              <a:rPr lang="tr-TR" sz="2400" dirty="0">
                <a:solidFill>
                  <a:srgbClr val="787D7D"/>
                </a:solidFill>
                <a:ea typeface="+mn-lt"/>
                <a:cs typeface="+mn-lt"/>
              </a:rPr>
              <a:t>)  </a:t>
            </a:r>
            <a:r>
              <a:rPr lang="tr-TR" sz="2400" dirty="0" err="1">
                <a:solidFill>
                  <a:srgbClr val="787D7D"/>
                </a:solidFill>
                <a:ea typeface="+mn-lt"/>
                <a:cs typeface="+mn-lt"/>
              </a:rPr>
              <a:t>occurs</a:t>
            </a:r>
            <a:r>
              <a:rPr lang="tr-TR" sz="2400" dirty="0">
                <a:solidFill>
                  <a:srgbClr val="787D7D"/>
                </a:solidFill>
                <a:ea typeface="+mn-lt"/>
                <a:cs typeface="+mn-lt"/>
              </a:rPr>
              <a:t> in </a:t>
            </a:r>
            <a:r>
              <a:rPr lang="tr-TR" sz="2400" dirty="0" err="1">
                <a:solidFill>
                  <a:srgbClr val="787D7D"/>
                </a:solidFill>
                <a:ea typeface="+mn-lt"/>
                <a:cs typeface="+mn-lt"/>
              </a:rPr>
              <a:t>the</a:t>
            </a:r>
            <a:r>
              <a:rPr lang="tr-TR" sz="2400" dirty="0">
                <a:solidFill>
                  <a:srgbClr val="787D7D"/>
                </a:solidFill>
                <a:ea typeface="+mn-lt"/>
                <a:cs typeface="+mn-lt"/>
              </a:rPr>
              <a:t> </a:t>
            </a:r>
            <a:r>
              <a:rPr lang="tr-TR" sz="2400" dirty="0" err="1">
                <a:solidFill>
                  <a:srgbClr val="787D7D"/>
                </a:solidFill>
                <a:ea typeface="+mn-lt"/>
                <a:cs typeface="+mn-lt"/>
              </a:rPr>
              <a:t>input</a:t>
            </a:r>
            <a:r>
              <a:rPr lang="tr-TR" sz="2400" dirty="0">
                <a:solidFill>
                  <a:srgbClr val="787D7D"/>
                </a:solidFill>
                <a:ea typeface="+mn-lt"/>
                <a:cs typeface="+mn-lt"/>
              </a:rPr>
              <a:t> </a:t>
            </a:r>
            <a:r>
              <a:rPr lang="tr-TR" sz="2400" dirty="0" err="1">
                <a:solidFill>
                  <a:srgbClr val="787D7D"/>
                </a:solidFill>
                <a:ea typeface="+mn-lt"/>
                <a:cs typeface="+mn-lt"/>
              </a:rPr>
              <a:t>tensor</a:t>
            </a:r>
            <a:r>
              <a:rPr lang="tr-TR" sz="2400" dirty="0">
                <a:solidFill>
                  <a:srgbClr val="787D7D"/>
                </a:solidFill>
                <a:ea typeface="+mn-lt"/>
                <a:cs typeface="+mn-lt"/>
              </a:rPr>
              <a:t>, </a:t>
            </a:r>
            <a:r>
              <a:rPr lang="tr-TR" sz="2400" dirty="0" err="1">
                <a:solidFill>
                  <a:srgbClr val="787D7D"/>
                </a:solidFill>
                <a:ea typeface="+mn-lt"/>
                <a:cs typeface="+mn-lt"/>
              </a:rPr>
              <a:t>then</a:t>
            </a:r>
            <a:r>
              <a:rPr lang="tr-TR" sz="2400" dirty="0">
                <a:solidFill>
                  <a:srgbClr val="787D7D"/>
                </a:solidFill>
                <a:ea typeface="+mn-lt"/>
                <a:cs typeface="+mn-lt"/>
              </a:rPr>
              <a:t> </a:t>
            </a:r>
            <a:r>
              <a:rPr lang="tr-TR" sz="2400" dirty="0" err="1">
                <a:solidFill>
                  <a:srgbClr val="787D7D"/>
                </a:solidFill>
                <a:ea typeface="+mn-lt"/>
                <a:cs typeface="+mn-lt"/>
              </a:rPr>
              <a:t>the</a:t>
            </a:r>
            <a:r>
              <a:rPr lang="tr-TR" sz="2400" dirty="0">
                <a:solidFill>
                  <a:srgbClr val="787D7D"/>
                </a:solidFill>
                <a:ea typeface="+mn-lt"/>
                <a:cs typeface="+mn-lt"/>
              </a:rPr>
              <a:t> </a:t>
            </a:r>
            <a:r>
              <a:rPr lang="tr-TR" sz="2400" dirty="0" err="1">
                <a:solidFill>
                  <a:srgbClr val="787D7D"/>
                </a:solidFill>
                <a:ea typeface="+mn-lt"/>
                <a:cs typeface="+mn-lt"/>
              </a:rPr>
              <a:t>quantization</a:t>
            </a:r>
            <a:r>
              <a:rPr lang="tr-TR" sz="2400" dirty="0">
                <a:solidFill>
                  <a:srgbClr val="787D7D"/>
                </a:solidFill>
                <a:ea typeface="+mn-lt"/>
                <a:cs typeface="+mn-lt"/>
              </a:rPr>
              <a:t> </a:t>
            </a:r>
            <a:r>
              <a:rPr lang="tr-TR" sz="2400" dirty="0" err="1">
                <a:solidFill>
                  <a:srgbClr val="787D7D"/>
                </a:solidFill>
                <a:ea typeface="+mn-lt"/>
                <a:cs typeface="+mn-lt"/>
              </a:rPr>
              <a:t>bins</a:t>
            </a:r>
            <a:r>
              <a:rPr lang="tr-TR" sz="2400" dirty="0">
                <a:solidFill>
                  <a:srgbClr val="787D7D"/>
                </a:solidFill>
                <a:ea typeface="+mn-lt"/>
                <a:cs typeface="+mn-lt"/>
              </a:rPr>
              <a:t> </a:t>
            </a:r>
            <a:r>
              <a:rPr lang="tr-TR" sz="2400" dirty="0" err="1">
                <a:solidFill>
                  <a:srgbClr val="787D7D"/>
                </a:solidFill>
                <a:ea typeface="+mn-lt"/>
                <a:cs typeface="+mn-lt"/>
              </a:rPr>
              <a:t>are</a:t>
            </a:r>
            <a:r>
              <a:rPr lang="tr-TR" sz="2400" dirty="0">
                <a:solidFill>
                  <a:srgbClr val="787D7D"/>
                </a:solidFill>
                <a:ea typeface="+mn-lt"/>
                <a:cs typeface="+mn-lt"/>
              </a:rPr>
              <a:t> not </a:t>
            </a:r>
            <a:r>
              <a:rPr lang="tr-TR" sz="2400" dirty="0" err="1">
                <a:solidFill>
                  <a:srgbClr val="787D7D"/>
                </a:solidFill>
                <a:ea typeface="+mn-lt"/>
                <a:cs typeface="+mn-lt"/>
              </a:rPr>
              <a:t>utilized</a:t>
            </a:r>
            <a:r>
              <a:rPr lang="tr-TR" sz="2400" dirty="0">
                <a:solidFill>
                  <a:srgbClr val="787D7D"/>
                </a:solidFill>
                <a:ea typeface="+mn-lt"/>
                <a:cs typeface="+mn-lt"/>
              </a:rPr>
              <a:t> </a:t>
            </a:r>
            <a:r>
              <a:rPr lang="tr-TR" sz="2400" dirty="0" err="1">
                <a:solidFill>
                  <a:srgbClr val="787D7D"/>
                </a:solidFill>
                <a:ea typeface="+mn-lt"/>
                <a:cs typeface="+mn-lt"/>
              </a:rPr>
              <a:t>well</a:t>
            </a:r>
            <a:r>
              <a:rPr lang="tr-TR" sz="2400" dirty="0">
                <a:solidFill>
                  <a:srgbClr val="787D7D"/>
                </a:solidFill>
                <a:ea typeface="+mn-lt"/>
                <a:cs typeface="+mn-lt"/>
              </a:rPr>
              <a:t> </a:t>
            </a:r>
            <a:r>
              <a:rPr lang="tr-TR" sz="2400" dirty="0" err="1">
                <a:solidFill>
                  <a:srgbClr val="787D7D"/>
                </a:solidFill>
                <a:ea typeface="+mn-lt"/>
                <a:cs typeface="+mn-lt"/>
              </a:rPr>
              <a:t>with</a:t>
            </a:r>
            <a:r>
              <a:rPr lang="tr-TR" sz="2400" dirty="0">
                <a:solidFill>
                  <a:srgbClr val="787D7D"/>
                </a:solidFill>
                <a:ea typeface="+mn-lt"/>
                <a:cs typeface="+mn-lt"/>
              </a:rPr>
              <a:t> </a:t>
            </a:r>
            <a:r>
              <a:rPr lang="tr-TR" sz="2400" dirty="0" err="1">
                <a:solidFill>
                  <a:srgbClr val="787D7D"/>
                </a:solidFill>
                <a:ea typeface="+mn-lt"/>
                <a:cs typeface="+mn-lt"/>
              </a:rPr>
              <a:t>few</a:t>
            </a:r>
            <a:r>
              <a:rPr lang="tr-TR" sz="2400" dirty="0">
                <a:solidFill>
                  <a:srgbClr val="787D7D"/>
                </a:solidFill>
                <a:ea typeface="+mn-lt"/>
                <a:cs typeface="+mn-lt"/>
              </a:rPr>
              <a:t> </a:t>
            </a:r>
            <a:r>
              <a:rPr lang="tr-TR" sz="2400" dirty="0" err="1">
                <a:solidFill>
                  <a:srgbClr val="787D7D"/>
                </a:solidFill>
                <a:ea typeface="+mn-lt"/>
                <a:cs typeface="+mn-lt"/>
              </a:rPr>
              <a:t>or</a:t>
            </a:r>
            <a:r>
              <a:rPr lang="tr-TR" sz="2400" dirty="0">
                <a:solidFill>
                  <a:srgbClr val="787D7D"/>
                </a:solidFill>
                <a:ea typeface="+mn-lt"/>
                <a:cs typeface="+mn-lt"/>
              </a:rPr>
              <a:t> </a:t>
            </a:r>
            <a:r>
              <a:rPr lang="tr-TR" sz="2400" dirty="0" err="1">
                <a:solidFill>
                  <a:srgbClr val="787D7D"/>
                </a:solidFill>
                <a:ea typeface="+mn-lt"/>
                <a:cs typeface="+mn-lt"/>
              </a:rPr>
              <a:t>no</a:t>
            </a:r>
            <a:r>
              <a:rPr lang="tr-TR" sz="2400" dirty="0">
                <a:solidFill>
                  <a:srgbClr val="787D7D"/>
                </a:solidFill>
                <a:ea typeface="+mn-lt"/>
                <a:cs typeface="+mn-lt"/>
              </a:rPr>
              <a:t> </a:t>
            </a:r>
            <a:r>
              <a:rPr lang="tr-TR" sz="2400" dirty="0" err="1">
                <a:solidFill>
                  <a:srgbClr val="787D7D"/>
                </a:solidFill>
                <a:ea typeface="+mn-lt"/>
                <a:cs typeface="+mn-lt"/>
              </a:rPr>
              <a:t>numbers</a:t>
            </a:r>
            <a:r>
              <a:rPr lang="tr-TR" sz="2400" dirty="0">
                <a:solidFill>
                  <a:srgbClr val="787D7D"/>
                </a:solidFill>
                <a:ea typeface="+mn-lt"/>
                <a:cs typeface="+mn-lt"/>
              </a:rPr>
              <a:t> </a:t>
            </a:r>
            <a:r>
              <a:rPr lang="tr-TR" sz="2400" dirty="0" err="1">
                <a:solidFill>
                  <a:srgbClr val="787D7D"/>
                </a:solidFill>
                <a:ea typeface="+mn-lt"/>
                <a:cs typeface="+mn-lt"/>
              </a:rPr>
              <a:t>quantized</a:t>
            </a:r>
            <a:r>
              <a:rPr lang="tr-TR" sz="2400" dirty="0">
                <a:solidFill>
                  <a:srgbClr val="787D7D"/>
                </a:solidFill>
                <a:ea typeface="+mn-lt"/>
                <a:cs typeface="+mn-lt"/>
              </a:rPr>
              <a:t> in </a:t>
            </a:r>
            <a:r>
              <a:rPr lang="tr-TR" sz="2400" dirty="0" err="1">
                <a:solidFill>
                  <a:srgbClr val="787D7D"/>
                </a:solidFill>
                <a:ea typeface="+mn-lt"/>
                <a:cs typeface="+mn-lt"/>
              </a:rPr>
              <a:t>some</a:t>
            </a:r>
            <a:r>
              <a:rPr lang="tr-TR" sz="2400" dirty="0">
                <a:solidFill>
                  <a:srgbClr val="787D7D"/>
                </a:solidFill>
                <a:ea typeface="+mn-lt"/>
                <a:cs typeface="+mn-lt"/>
              </a:rPr>
              <a:t> </a:t>
            </a:r>
            <a:r>
              <a:rPr lang="tr-TR" sz="2400" dirty="0" err="1">
                <a:solidFill>
                  <a:srgbClr val="787D7D"/>
                </a:solidFill>
                <a:ea typeface="+mn-lt"/>
                <a:cs typeface="+mn-lt"/>
              </a:rPr>
              <a:t>bins</a:t>
            </a:r>
            <a:r>
              <a:rPr lang="tr-TR" sz="2400" dirty="0">
                <a:solidFill>
                  <a:srgbClr val="787D7D"/>
                </a:solidFill>
                <a:ea typeface="+mn-lt"/>
                <a:cs typeface="+mn-lt"/>
              </a:rPr>
              <a:t>.</a:t>
            </a:r>
            <a:endParaRPr lang="tr-TR" sz="2400" dirty="0">
              <a:solidFill>
                <a:srgbClr val="787D7D"/>
              </a:solidFill>
            </a:endParaRPr>
          </a:p>
        </p:txBody>
      </p:sp>
      <p:sp>
        <p:nvSpPr>
          <p:cNvPr id="9" name="Metin kutusu 8">
            <a:extLst>
              <a:ext uri="{FF2B5EF4-FFF2-40B4-BE49-F238E27FC236}">
                <a16:creationId xmlns:a16="http://schemas.microsoft.com/office/drawing/2014/main" id="{8D556281-DAA3-63A4-9015-4AB1D3C6BCFA}"/>
              </a:ext>
            </a:extLst>
          </p:cNvPr>
          <p:cNvSpPr txBox="1"/>
          <p:nvPr/>
        </p:nvSpPr>
        <p:spPr>
          <a:xfrm>
            <a:off x="1824268" y="3307414"/>
            <a:ext cx="835010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dirty="0" err="1">
                <a:solidFill>
                  <a:srgbClr val="6A6E6E"/>
                </a:solidFill>
              </a:rPr>
              <a:t>where</a:t>
            </a:r>
            <a:r>
              <a:rPr lang="tr-TR" dirty="0">
                <a:solidFill>
                  <a:srgbClr val="6A6E6E"/>
                </a:solidFill>
              </a:rPr>
              <a:t> </a:t>
            </a:r>
            <a:r>
              <a:rPr lang="tr-TR" b="1" dirty="0">
                <a:solidFill>
                  <a:srgbClr val="6A6E6E"/>
                </a:solidFill>
              </a:rPr>
              <a:t>c is </a:t>
            </a:r>
            <a:r>
              <a:rPr lang="tr-TR" b="1" dirty="0" err="1">
                <a:solidFill>
                  <a:srgbClr val="6A6E6E"/>
                </a:solidFill>
              </a:rPr>
              <a:t>the</a:t>
            </a:r>
            <a:r>
              <a:rPr lang="tr-TR" b="1" dirty="0">
                <a:solidFill>
                  <a:srgbClr val="6A6E6E"/>
                </a:solidFill>
              </a:rPr>
              <a:t> </a:t>
            </a:r>
            <a:r>
              <a:rPr lang="tr-TR" b="1" dirty="0" err="1">
                <a:solidFill>
                  <a:srgbClr val="6A6E6E"/>
                </a:solidFill>
              </a:rPr>
              <a:t>quantization</a:t>
            </a:r>
            <a:r>
              <a:rPr lang="tr-TR" b="1" dirty="0">
                <a:solidFill>
                  <a:srgbClr val="6A6E6E"/>
                </a:solidFill>
              </a:rPr>
              <a:t> </a:t>
            </a:r>
            <a:r>
              <a:rPr lang="tr-TR" b="1" dirty="0" err="1">
                <a:solidFill>
                  <a:srgbClr val="6A6E6E"/>
                </a:solidFill>
              </a:rPr>
              <a:t>constant</a:t>
            </a:r>
            <a:r>
              <a:rPr lang="tr-TR" dirty="0">
                <a:solidFill>
                  <a:srgbClr val="6A6E6E"/>
                </a:solidFill>
              </a:rPr>
              <a:t> </a:t>
            </a:r>
            <a:r>
              <a:rPr lang="tr-TR" dirty="0" err="1">
                <a:solidFill>
                  <a:srgbClr val="6A6E6E"/>
                </a:solidFill>
              </a:rPr>
              <a:t>or</a:t>
            </a:r>
            <a:r>
              <a:rPr lang="tr-TR" dirty="0">
                <a:solidFill>
                  <a:srgbClr val="6A6E6E"/>
                </a:solidFill>
              </a:rPr>
              <a:t> </a:t>
            </a:r>
            <a:r>
              <a:rPr lang="tr-TR" dirty="0" err="1">
                <a:solidFill>
                  <a:srgbClr val="6A6E6E"/>
                </a:solidFill>
              </a:rPr>
              <a:t>quantization</a:t>
            </a:r>
            <a:r>
              <a:rPr lang="tr-TR" dirty="0">
                <a:solidFill>
                  <a:srgbClr val="6A6E6E"/>
                </a:solidFill>
              </a:rPr>
              <a:t> </a:t>
            </a:r>
            <a:r>
              <a:rPr lang="tr-TR" dirty="0" err="1">
                <a:solidFill>
                  <a:srgbClr val="6A6E6E"/>
                </a:solidFill>
              </a:rPr>
              <a:t>scale</a:t>
            </a:r>
            <a:endParaRPr lang="tr-TR" dirty="0">
              <a:solidFill>
                <a:srgbClr val="6A6E6E"/>
              </a:solidFill>
            </a:endParaRPr>
          </a:p>
        </p:txBody>
      </p:sp>
    </p:spTree>
    <p:extLst>
      <p:ext uri="{BB962C8B-B14F-4D97-AF65-F5344CB8AC3E}">
        <p14:creationId xmlns:p14="http://schemas.microsoft.com/office/powerpoint/2010/main" val="393631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E832955-04B9-730B-8D63-476C68BC8BEB}"/>
              </a:ext>
            </a:extLst>
          </p:cNvPr>
          <p:cNvSpPr>
            <a:spLocks noGrp="1"/>
          </p:cNvSpPr>
          <p:nvPr>
            <p:ph type="title"/>
          </p:nvPr>
        </p:nvSpPr>
        <p:spPr>
          <a:xfrm>
            <a:off x="599359" y="137156"/>
            <a:ext cx="10936454" cy="706436"/>
          </a:xfrm>
        </p:spPr>
        <p:txBody>
          <a:bodyPr/>
          <a:lstStyle/>
          <a:p>
            <a:r>
              <a:rPr lang="tr-TR" dirty="0">
                <a:ea typeface="+mj-lt"/>
                <a:cs typeface="+mj-lt"/>
              </a:rPr>
              <a:t>                     </a:t>
            </a:r>
            <a:r>
              <a:rPr lang="tr-TR" dirty="0" err="1">
                <a:ea typeface="+mj-lt"/>
                <a:cs typeface="+mj-lt"/>
              </a:rPr>
              <a:t>The</a:t>
            </a:r>
            <a:r>
              <a:rPr lang="tr-TR">
                <a:ea typeface="+mj-lt"/>
                <a:cs typeface="+mj-lt"/>
              </a:rPr>
              <a:t> Challange : </a:t>
            </a:r>
            <a:r>
              <a:rPr lang="tr-TR" dirty="0" err="1">
                <a:ea typeface="+mj-lt"/>
                <a:cs typeface="+mj-lt"/>
              </a:rPr>
              <a:t>Quantile</a:t>
            </a:r>
            <a:r>
              <a:rPr lang="tr-TR" dirty="0">
                <a:ea typeface="+mj-lt"/>
                <a:cs typeface="+mj-lt"/>
              </a:rPr>
              <a:t> </a:t>
            </a:r>
            <a:r>
              <a:rPr lang="tr-TR" dirty="0" err="1">
                <a:ea typeface="+mj-lt"/>
                <a:cs typeface="+mj-lt"/>
              </a:rPr>
              <a:t>Quantization</a:t>
            </a:r>
            <a:endParaRPr lang="tr-TR" dirty="0">
              <a:ea typeface="+mj-lt"/>
              <a:cs typeface="+mj-lt"/>
            </a:endParaRPr>
          </a:p>
        </p:txBody>
      </p:sp>
      <p:sp>
        <p:nvSpPr>
          <p:cNvPr id="3" name="İçerik Yer Tutucusu 2">
            <a:extLst>
              <a:ext uri="{FF2B5EF4-FFF2-40B4-BE49-F238E27FC236}">
                <a16:creationId xmlns:a16="http://schemas.microsoft.com/office/drawing/2014/main" id="{4D8C75B6-5224-1FD6-A83D-DBC51E5320A2}"/>
              </a:ext>
            </a:extLst>
          </p:cNvPr>
          <p:cNvSpPr>
            <a:spLocks noGrp="1"/>
          </p:cNvSpPr>
          <p:nvPr>
            <p:ph idx="1"/>
          </p:nvPr>
        </p:nvSpPr>
        <p:spPr>
          <a:xfrm>
            <a:off x="601943" y="1440536"/>
            <a:ext cx="11427233" cy="5305885"/>
          </a:xfrm>
        </p:spPr>
        <p:txBody>
          <a:bodyPr vert="horz" lIns="91440" tIns="45720" rIns="91440" bIns="45720" rtlCol="0" anchor="t">
            <a:normAutofit/>
          </a:bodyPr>
          <a:lstStyle/>
          <a:p>
            <a:pPr marL="0" indent="0">
              <a:buNone/>
            </a:pPr>
            <a:r>
              <a:rPr lang="tr-TR" dirty="0" err="1">
                <a:ea typeface="+mn-lt"/>
                <a:cs typeface="+mn-lt"/>
              </a:rPr>
              <a:t>The</a:t>
            </a:r>
            <a:r>
              <a:rPr lang="tr-TR" dirty="0">
                <a:ea typeface="+mn-lt"/>
                <a:cs typeface="+mn-lt"/>
              </a:rPr>
              <a:t> </a:t>
            </a:r>
            <a:r>
              <a:rPr lang="tr-TR" dirty="0" err="1">
                <a:ea typeface="+mn-lt"/>
                <a:cs typeface="+mn-lt"/>
              </a:rPr>
              <a:t>NormalFloat</a:t>
            </a:r>
            <a:r>
              <a:rPr lang="tr-TR" dirty="0">
                <a:ea typeface="+mn-lt"/>
                <a:cs typeface="+mn-lt"/>
              </a:rPr>
              <a:t> (NF) data </a:t>
            </a:r>
            <a:r>
              <a:rPr lang="tr-TR" dirty="0" err="1">
                <a:ea typeface="+mn-lt"/>
                <a:cs typeface="+mn-lt"/>
              </a:rPr>
              <a:t>type</a:t>
            </a:r>
            <a:r>
              <a:rPr lang="tr-TR" dirty="0">
                <a:ea typeface="+mn-lt"/>
                <a:cs typeface="+mn-lt"/>
              </a:rPr>
              <a:t> </a:t>
            </a:r>
            <a:r>
              <a:rPr lang="tr-TR" dirty="0" err="1">
                <a:ea typeface="+mn-lt"/>
                <a:cs typeface="+mn-lt"/>
              </a:rPr>
              <a:t>builds</a:t>
            </a:r>
            <a:r>
              <a:rPr lang="tr-TR" dirty="0">
                <a:ea typeface="+mn-lt"/>
                <a:cs typeface="+mn-lt"/>
              </a:rPr>
              <a:t> on </a:t>
            </a:r>
            <a:r>
              <a:rPr lang="tr-TR" dirty="0" err="1">
                <a:ea typeface="+mn-lt"/>
                <a:cs typeface="+mn-lt"/>
              </a:rPr>
              <a:t>Quantile</a:t>
            </a:r>
            <a:r>
              <a:rPr lang="tr-TR" dirty="0">
                <a:ea typeface="+mn-lt"/>
                <a:cs typeface="+mn-lt"/>
              </a:rPr>
              <a:t> </a:t>
            </a:r>
            <a:r>
              <a:rPr lang="tr-TR" dirty="0" err="1">
                <a:ea typeface="+mn-lt"/>
                <a:cs typeface="+mn-lt"/>
              </a:rPr>
              <a:t>Quantization</a:t>
            </a:r>
            <a:r>
              <a:rPr lang="tr-TR" dirty="0">
                <a:ea typeface="+mn-lt"/>
                <a:cs typeface="+mn-lt"/>
              </a:rPr>
              <a:t> </a:t>
            </a:r>
            <a:r>
              <a:rPr lang="tr-TR" dirty="0" err="1">
                <a:ea typeface="+mn-lt"/>
                <a:cs typeface="+mn-lt"/>
              </a:rPr>
              <a:t>which</a:t>
            </a:r>
            <a:r>
              <a:rPr lang="tr-TR" dirty="0">
                <a:ea typeface="+mn-lt"/>
                <a:cs typeface="+mn-lt"/>
              </a:rPr>
              <a:t> is an </a:t>
            </a:r>
            <a:r>
              <a:rPr lang="tr-TR" dirty="0" err="1">
                <a:ea typeface="+mn-lt"/>
                <a:cs typeface="+mn-lt"/>
              </a:rPr>
              <a:t>information-theoretically</a:t>
            </a:r>
            <a:r>
              <a:rPr lang="tr-TR" dirty="0">
                <a:ea typeface="+mn-lt"/>
                <a:cs typeface="+mn-lt"/>
              </a:rPr>
              <a:t> optimal data </a:t>
            </a:r>
            <a:r>
              <a:rPr lang="tr-TR" dirty="0" err="1">
                <a:ea typeface="+mn-lt"/>
                <a:cs typeface="+mn-lt"/>
              </a:rPr>
              <a:t>type</a:t>
            </a:r>
            <a:r>
              <a:rPr lang="tr-TR" dirty="0">
                <a:ea typeface="+mn-lt"/>
                <a:cs typeface="+mn-lt"/>
              </a:rPr>
              <a:t> </a:t>
            </a:r>
            <a:r>
              <a:rPr lang="tr-TR" dirty="0" err="1">
                <a:ea typeface="+mn-lt"/>
                <a:cs typeface="+mn-lt"/>
              </a:rPr>
              <a:t>that</a:t>
            </a:r>
            <a:r>
              <a:rPr lang="tr-TR" dirty="0">
                <a:ea typeface="+mn-lt"/>
                <a:cs typeface="+mn-lt"/>
              </a:rPr>
              <a:t> </a:t>
            </a:r>
            <a:r>
              <a:rPr lang="tr-TR" dirty="0" err="1">
                <a:ea typeface="+mn-lt"/>
                <a:cs typeface="+mn-lt"/>
              </a:rPr>
              <a:t>ensures</a:t>
            </a:r>
            <a:r>
              <a:rPr lang="tr-TR" dirty="0">
                <a:ea typeface="+mn-lt"/>
                <a:cs typeface="+mn-lt"/>
              </a:rPr>
              <a:t> </a:t>
            </a:r>
            <a:r>
              <a:rPr lang="tr-TR" dirty="0" err="1">
                <a:ea typeface="+mn-lt"/>
                <a:cs typeface="+mn-lt"/>
              </a:rPr>
              <a:t>each</a:t>
            </a:r>
            <a:r>
              <a:rPr lang="tr-TR" dirty="0">
                <a:ea typeface="+mn-lt"/>
                <a:cs typeface="+mn-lt"/>
              </a:rPr>
              <a:t> </a:t>
            </a:r>
            <a:r>
              <a:rPr lang="tr-TR" dirty="0" err="1">
                <a:ea typeface="+mn-lt"/>
                <a:cs typeface="+mn-lt"/>
              </a:rPr>
              <a:t>quantization</a:t>
            </a:r>
            <a:r>
              <a:rPr lang="tr-TR" dirty="0">
                <a:ea typeface="+mn-lt"/>
                <a:cs typeface="+mn-lt"/>
              </a:rPr>
              <a:t> bin has an </a:t>
            </a:r>
            <a:r>
              <a:rPr lang="tr-TR" dirty="0" err="1">
                <a:ea typeface="+mn-lt"/>
                <a:cs typeface="+mn-lt"/>
              </a:rPr>
              <a:t>equal</a:t>
            </a:r>
            <a:r>
              <a:rPr lang="tr-TR" dirty="0">
                <a:ea typeface="+mn-lt"/>
                <a:cs typeface="+mn-lt"/>
              </a:rPr>
              <a:t> </a:t>
            </a:r>
            <a:r>
              <a:rPr lang="tr-TR" dirty="0" err="1">
                <a:ea typeface="+mn-lt"/>
                <a:cs typeface="+mn-lt"/>
              </a:rPr>
              <a:t>number</a:t>
            </a:r>
            <a:r>
              <a:rPr lang="tr-TR" dirty="0">
                <a:ea typeface="+mn-lt"/>
                <a:cs typeface="+mn-lt"/>
              </a:rPr>
              <a:t> of </a:t>
            </a:r>
            <a:r>
              <a:rPr lang="tr-TR" dirty="0" err="1">
                <a:ea typeface="+mn-lt"/>
                <a:cs typeface="+mn-lt"/>
              </a:rPr>
              <a:t>values</a:t>
            </a:r>
            <a:r>
              <a:rPr lang="tr-TR" dirty="0">
                <a:ea typeface="+mn-lt"/>
                <a:cs typeface="+mn-lt"/>
              </a:rPr>
              <a:t> </a:t>
            </a:r>
            <a:r>
              <a:rPr lang="tr-TR" dirty="0" err="1">
                <a:ea typeface="+mn-lt"/>
                <a:cs typeface="+mn-lt"/>
              </a:rPr>
              <a:t>assigned</a:t>
            </a:r>
            <a:r>
              <a:rPr lang="tr-TR" dirty="0">
                <a:ea typeface="+mn-lt"/>
                <a:cs typeface="+mn-lt"/>
              </a:rPr>
              <a:t> </a:t>
            </a:r>
            <a:r>
              <a:rPr lang="tr-TR" dirty="0" err="1">
                <a:ea typeface="+mn-lt"/>
                <a:cs typeface="+mn-lt"/>
              </a:rPr>
              <a:t>from</a:t>
            </a:r>
            <a:r>
              <a:rPr lang="tr-TR" dirty="0">
                <a:ea typeface="+mn-lt"/>
                <a:cs typeface="+mn-lt"/>
              </a:rPr>
              <a:t> </a:t>
            </a:r>
            <a:r>
              <a:rPr lang="tr-TR" dirty="0" err="1">
                <a:ea typeface="+mn-lt"/>
                <a:cs typeface="+mn-lt"/>
              </a:rPr>
              <a:t>the</a:t>
            </a:r>
            <a:r>
              <a:rPr lang="tr-TR" dirty="0">
                <a:ea typeface="+mn-lt"/>
                <a:cs typeface="+mn-lt"/>
              </a:rPr>
              <a:t> </a:t>
            </a:r>
            <a:r>
              <a:rPr lang="tr-TR" dirty="0" err="1">
                <a:ea typeface="+mn-lt"/>
                <a:cs typeface="+mn-lt"/>
              </a:rPr>
              <a:t>input</a:t>
            </a:r>
            <a:r>
              <a:rPr lang="tr-TR" dirty="0">
                <a:ea typeface="+mn-lt"/>
                <a:cs typeface="+mn-lt"/>
              </a:rPr>
              <a:t> </a:t>
            </a:r>
            <a:r>
              <a:rPr lang="tr-TR" dirty="0" err="1">
                <a:ea typeface="+mn-lt"/>
                <a:cs typeface="+mn-lt"/>
              </a:rPr>
              <a:t>tensor</a:t>
            </a:r>
            <a:r>
              <a:rPr lang="tr-TR" dirty="0">
                <a:ea typeface="+mn-lt"/>
                <a:cs typeface="+mn-lt"/>
              </a:rPr>
              <a:t>. </a:t>
            </a:r>
            <a:endParaRPr lang="tr-TR" dirty="0">
              <a:solidFill>
                <a:srgbClr val="000000">
                  <a:alpha val="60000"/>
                </a:srgbClr>
              </a:solidFill>
            </a:endParaRPr>
          </a:p>
          <a:p>
            <a:pPr marL="359410" indent="-359410">
              <a:buAutoNum type="arabicPeriod"/>
            </a:pPr>
            <a:endParaRPr lang="tr-TR" dirty="0">
              <a:solidFill>
                <a:srgbClr val="000000">
                  <a:alpha val="60000"/>
                </a:srgbClr>
              </a:solidFill>
            </a:endParaRPr>
          </a:p>
          <a:p>
            <a:pPr marL="0" indent="0">
              <a:buNone/>
            </a:pPr>
            <a:r>
              <a:rPr lang="tr-TR" dirty="0" err="1">
                <a:solidFill>
                  <a:srgbClr val="000000">
                    <a:alpha val="60000"/>
                  </a:srgbClr>
                </a:solidFill>
              </a:rPr>
              <a:t>Limitations</a:t>
            </a:r>
            <a:r>
              <a:rPr lang="tr-TR" dirty="0">
                <a:solidFill>
                  <a:srgbClr val="000000">
                    <a:alpha val="60000"/>
                  </a:srgbClr>
                </a:solidFill>
              </a:rPr>
              <a:t>:</a:t>
            </a:r>
          </a:p>
          <a:p>
            <a:pPr marL="342900" indent="-342900">
              <a:buAutoNum type="arabicPeriod"/>
            </a:pPr>
            <a:r>
              <a:rPr lang="tr-TR" b="1" dirty="0" err="1">
                <a:solidFill>
                  <a:srgbClr val="000000">
                    <a:alpha val="60000"/>
                  </a:srgbClr>
                </a:solidFill>
              </a:rPr>
              <a:t>It</a:t>
            </a:r>
            <a:r>
              <a:rPr lang="tr-TR" b="1" dirty="0">
                <a:solidFill>
                  <a:srgbClr val="000000">
                    <a:alpha val="60000"/>
                  </a:srgbClr>
                </a:solidFill>
              </a:rPr>
              <a:t> is </a:t>
            </a:r>
            <a:r>
              <a:rPr lang="tr-TR" b="1" dirty="0" err="1">
                <a:solidFill>
                  <a:srgbClr val="000000">
                    <a:alpha val="60000"/>
                  </a:srgbClr>
                </a:solidFill>
              </a:rPr>
              <a:t>expensive</a:t>
            </a:r>
            <a:r>
              <a:rPr lang="tr-TR" dirty="0" err="1">
                <a:solidFill>
                  <a:srgbClr val="000000">
                    <a:alpha val="60000"/>
                  </a:srgbClr>
                </a:solidFill>
              </a:rPr>
              <a:t>:</a:t>
            </a:r>
            <a:r>
              <a:rPr lang="tr-TR" dirty="0" err="1">
                <a:ea typeface="+mn-lt"/>
                <a:cs typeface="+mn-lt"/>
              </a:rPr>
              <a:t>Calculating</a:t>
            </a:r>
            <a:r>
              <a:rPr lang="tr-TR" dirty="0">
                <a:ea typeface="+mn-lt"/>
                <a:cs typeface="+mn-lt"/>
              </a:rPr>
              <a:t> </a:t>
            </a:r>
            <a:r>
              <a:rPr lang="tr-TR" dirty="0" err="1">
                <a:ea typeface="+mn-lt"/>
                <a:cs typeface="+mn-lt"/>
              </a:rPr>
              <a:t>exact</a:t>
            </a:r>
            <a:r>
              <a:rPr lang="tr-TR" dirty="0">
                <a:ea typeface="+mn-lt"/>
                <a:cs typeface="+mn-lt"/>
              </a:rPr>
              <a:t> </a:t>
            </a:r>
            <a:r>
              <a:rPr lang="tr-TR" dirty="0" err="1">
                <a:ea typeface="+mn-lt"/>
                <a:cs typeface="+mn-lt"/>
              </a:rPr>
              <a:t>quantiles</a:t>
            </a:r>
            <a:r>
              <a:rPr lang="tr-TR" dirty="0">
                <a:ea typeface="+mn-lt"/>
                <a:cs typeface="+mn-lt"/>
              </a:rPr>
              <a:t> </a:t>
            </a:r>
            <a:r>
              <a:rPr lang="tr-TR" dirty="0" err="1">
                <a:ea typeface="+mn-lt"/>
                <a:cs typeface="+mn-lt"/>
              </a:rPr>
              <a:t>for</a:t>
            </a:r>
            <a:r>
              <a:rPr lang="tr-TR" dirty="0">
                <a:ea typeface="+mn-lt"/>
                <a:cs typeface="+mn-lt"/>
              </a:rPr>
              <a:t> </a:t>
            </a:r>
            <a:r>
              <a:rPr lang="tr-TR" dirty="0" err="1">
                <a:ea typeface="+mn-lt"/>
                <a:cs typeface="+mn-lt"/>
              </a:rPr>
              <a:t>billions</a:t>
            </a:r>
            <a:r>
              <a:rPr lang="tr-TR" dirty="0">
                <a:ea typeface="+mn-lt"/>
                <a:cs typeface="+mn-lt"/>
              </a:rPr>
              <a:t> of </a:t>
            </a:r>
            <a:r>
              <a:rPr lang="tr-TR" dirty="0" err="1">
                <a:ea typeface="+mn-lt"/>
                <a:cs typeface="+mn-lt"/>
              </a:rPr>
              <a:t>parameters</a:t>
            </a:r>
            <a:r>
              <a:rPr lang="tr-TR" dirty="0">
                <a:ea typeface="+mn-lt"/>
                <a:cs typeface="+mn-lt"/>
              </a:rPr>
              <a:t> is </a:t>
            </a:r>
            <a:r>
              <a:rPr lang="tr-TR" dirty="0" err="1">
                <a:ea typeface="+mn-lt"/>
                <a:cs typeface="+mn-lt"/>
              </a:rPr>
              <a:t>computationally</a:t>
            </a:r>
            <a:r>
              <a:rPr lang="tr-TR" dirty="0">
                <a:ea typeface="+mn-lt"/>
                <a:cs typeface="+mn-lt"/>
              </a:rPr>
              <a:t> </a:t>
            </a:r>
            <a:r>
              <a:rPr lang="tr-TR" dirty="0" err="1">
                <a:ea typeface="+mn-lt"/>
                <a:cs typeface="+mn-lt"/>
              </a:rPr>
              <a:t>heavy</a:t>
            </a:r>
            <a:r>
              <a:rPr lang="tr-TR" dirty="0">
                <a:ea typeface="+mn-lt"/>
                <a:cs typeface="+mn-lt"/>
              </a:rPr>
              <a:t>.</a:t>
            </a:r>
            <a:endParaRPr lang="tr-TR" dirty="0">
              <a:solidFill>
                <a:srgbClr val="000000">
                  <a:alpha val="60000"/>
                </a:srgbClr>
              </a:solidFill>
              <a:ea typeface="+mn-lt"/>
              <a:cs typeface="+mn-lt"/>
            </a:endParaRPr>
          </a:p>
          <a:p>
            <a:pPr marL="342900" indent="-342900">
              <a:buAutoNum type="arabicPeriod"/>
            </a:pPr>
            <a:r>
              <a:rPr lang="tr-TR" b="1" dirty="0" err="1">
                <a:ea typeface="+mn-lt"/>
                <a:cs typeface="+mn-lt"/>
              </a:rPr>
              <a:t>Approximation</a:t>
            </a:r>
            <a:r>
              <a:rPr lang="tr-TR" b="1" dirty="0">
                <a:ea typeface="+mn-lt"/>
                <a:cs typeface="+mn-lt"/>
              </a:rPr>
              <a:t> </a:t>
            </a:r>
            <a:r>
              <a:rPr lang="tr-TR" b="1" dirty="0" err="1">
                <a:ea typeface="+mn-lt"/>
                <a:cs typeface="+mn-lt"/>
              </a:rPr>
              <a:t>Errors</a:t>
            </a:r>
            <a:r>
              <a:rPr lang="tr-TR" b="1" dirty="0">
                <a:ea typeface="+mn-lt"/>
                <a:cs typeface="+mn-lt"/>
              </a:rPr>
              <a:t>:</a:t>
            </a:r>
            <a:r>
              <a:rPr lang="tr-TR" dirty="0">
                <a:ea typeface="+mn-lt"/>
                <a:cs typeface="+mn-lt"/>
              </a:rPr>
              <a:t> </a:t>
            </a:r>
            <a:r>
              <a:rPr lang="tr-TR" dirty="0" err="1">
                <a:ea typeface="+mn-lt"/>
                <a:cs typeface="+mn-lt"/>
              </a:rPr>
              <a:t>Fast</a:t>
            </a:r>
            <a:r>
              <a:rPr lang="tr-TR" dirty="0">
                <a:ea typeface="+mn-lt"/>
                <a:cs typeface="+mn-lt"/>
              </a:rPr>
              <a:t> </a:t>
            </a:r>
            <a:r>
              <a:rPr lang="tr-TR" dirty="0" err="1">
                <a:ea typeface="+mn-lt"/>
                <a:cs typeface="+mn-lt"/>
              </a:rPr>
              <a:t>algorithms</a:t>
            </a:r>
            <a:r>
              <a:rPr lang="tr-TR" dirty="0">
                <a:ea typeface="+mn-lt"/>
                <a:cs typeface="+mn-lt"/>
              </a:rPr>
              <a:t> (</a:t>
            </a:r>
            <a:r>
              <a:rPr lang="tr-TR" dirty="0" err="1">
                <a:ea typeface="+mn-lt"/>
                <a:cs typeface="+mn-lt"/>
              </a:rPr>
              <a:t>like</a:t>
            </a:r>
            <a:r>
              <a:rPr lang="tr-TR" dirty="0">
                <a:ea typeface="+mn-lt"/>
                <a:cs typeface="+mn-lt"/>
              </a:rPr>
              <a:t> SRAM </a:t>
            </a:r>
            <a:r>
              <a:rPr lang="tr-TR" dirty="0" err="1">
                <a:ea typeface="+mn-lt"/>
                <a:cs typeface="+mn-lt"/>
              </a:rPr>
              <a:t>quantiles</a:t>
            </a:r>
            <a:r>
              <a:rPr lang="tr-TR" dirty="0">
                <a:ea typeface="+mn-lt"/>
                <a:cs typeface="+mn-lt"/>
              </a:rPr>
              <a:t>) </a:t>
            </a:r>
            <a:r>
              <a:rPr lang="tr-TR" dirty="0" err="1">
                <a:ea typeface="+mn-lt"/>
                <a:cs typeface="+mn-lt"/>
              </a:rPr>
              <a:t>use</a:t>
            </a:r>
            <a:r>
              <a:rPr lang="tr-TR" dirty="0">
                <a:ea typeface="+mn-lt"/>
                <a:cs typeface="+mn-lt"/>
              </a:rPr>
              <a:t> </a:t>
            </a:r>
            <a:r>
              <a:rPr lang="tr-TR" dirty="0" err="1">
                <a:ea typeface="+mn-lt"/>
                <a:cs typeface="+mn-lt"/>
              </a:rPr>
              <a:t>approximations</a:t>
            </a:r>
            <a:r>
              <a:rPr lang="tr-TR" dirty="0">
                <a:ea typeface="+mn-lt"/>
                <a:cs typeface="+mn-lt"/>
              </a:rPr>
              <a:t>. </a:t>
            </a:r>
            <a:r>
              <a:rPr lang="tr-TR" dirty="0" err="1">
                <a:ea typeface="+mn-lt"/>
                <a:cs typeface="+mn-lt"/>
              </a:rPr>
              <a:t>This</a:t>
            </a:r>
            <a:r>
              <a:rPr lang="tr-TR" dirty="0">
                <a:ea typeface="+mn-lt"/>
                <a:cs typeface="+mn-lt"/>
              </a:rPr>
              <a:t> </a:t>
            </a:r>
            <a:r>
              <a:rPr lang="tr-TR" dirty="0" err="1">
                <a:ea typeface="+mn-lt"/>
                <a:cs typeface="+mn-lt"/>
              </a:rPr>
              <a:t>leads</a:t>
            </a:r>
            <a:r>
              <a:rPr lang="tr-TR" dirty="0">
                <a:ea typeface="+mn-lt"/>
                <a:cs typeface="+mn-lt"/>
              </a:rPr>
              <a:t> </a:t>
            </a:r>
            <a:r>
              <a:rPr lang="tr-TR" dirty="0" err="1">
                <a:ea typeface="+mn-lt"/>
                <a:cs typeface="+mn-lt"/>
              </a:rPr>
              <a:t>to</a:t>
            </a:r>
            <a:r>
              <a:rPr lang="tr-TR" dirty="0">
                <a:ea typeface="+mn-lt"/>
                <a:cs typeface="+mn-lt"/>
              </a:rPr>
              <a:t> </a:t>
            </a:r>
            <a:r>
              <a:rPr lang="tr-TR" dirty="0" err="1">
                <a:ea typeface="+mn-lt"/>
                <a:cs typeface="+mn-lt"/>
              </a:rPr>
              <a:t>large</a:t>
            </a:r>
            <a:r>
              <a:rPr lang="tr-TR" dirty="0">
                <a:ea typeface="+mn-lt"/>
                <a:cs typeface="+mn-lt"/>
              </a:rPr>
              <a:t> </a:t>
            </a:r>
            <a:r>
              <a:rPr lang="tr-TR" dirty="0" err="1">
                <a:ea typeface="+mn-lt"/>
                <a:cs typeface="+mn-lt"/>
              </a:rPr>
              <a:t>errors</a:t>
            </a:r>
            <a:r>
              <a:rPr lang="tr-TR" dirty="0">
                <a:ea typeface="+mn-lt"/>
                <a:cs typeface="+mn-lt"/>
              </a:rPr>
              <a:t> </a:t>
            </a:r>
            <a:r>
              <a:rPr lang="tr-TR" dirty="0" err="1">
                <a:ea typeface="+mn-lt"/>
                <a:cs typeface="+mn-lt"/>
              </a:rPr>
              <a:t>for</a:t>
            </a:r>
            <a:r>
              <a:rPr lang="tr-TR" dirty="0">
                <a:ea typeface="+mn-lt"/>
                <a:cs typeface="+mn-lt"/>
              </a:rPr>
              <a:t> </a:t>
            </a:r>
            <a:r>
              <a:rPr lang="tr-TR" dirty="0" err="1">
                <a:ea typeface="+mn-lt"/>
                <a:cs typeface="+mn-lt"/>
              </a:rPr>
              <a:t>outliers.But</a:t>
            </a:r>
            <a:r>
              <a:rPr lang="tr-TR" dirty="0">
                <a:ea typeface="+mn-lt"/>
                <a:cs typeface="+mn-lt"/>
              </a:rPr>
              <a:t> </a:t>
            </a:r>
            <a:r>
              <a:rPr lang="tr-TR" dirty="0" err="1">
                <a:ea typeface="+mn-lt"/>
                <a:cs typeface="+mn-lt"/>
              </a:rPr>
              <a:t>outliers</a:t>
            </a:r>
            <a:r>
              <a:rPr lang="tr-TR" dirty="0">
                <a:ea typeface="+mn-lt"/>
                <a:cs typeface="+mn-lt"/>
              </a:rPr>
              <a:t> </a:t>
            </a:r>
            <a:r>
              <a:rPr lang="tr-TR" dirty="0" err="1">
                <a:ea typeface="+mn-lt"/>
                <a:cs typeface="+mn-lt"/>
              </a:rPr>
              <a:t>are</a:t>
            </a:r>
            <a:r>
              <a:rPr lang="tr-TR" dirty="0">
                <a:ea typeface="+mn-lt"/>
                <a:cs typeface="+mn-lt"/>
              </a:rPr>
              <a:t> </a:t>
            </a:r>
            <a:r>
              <a:rPr lang="tr-TR" dirty="0" err="1">
                <a:ea typeface="+mn-lt"/>
                <a:cs typeface="+mn-lt"/>
              </a:rPr>
              <a:t>very</a:t>
            </a:r>
            <a:r>
              <a:rPr lang="tr-TR" dirty="0">
                <a:ea typeface="+mn-lt"/>
                <a:cs typeface="+mn-lt"/>
              </a:rPr>
              <a:t> </a:t>
            </a:r>
            <a:r>
              <a:rPr lang="tr-TR" dirty="0" err="1">
                <a:ea typeface="+mn-lt"/>
                <a:cs typeface="+mn-lt"/>
              </a:rPr>
              <a:t>important</a:t>
            </a:r>
            <a:r>
              <a:rPr lang="tr-TR" dirty="0">
                <a:ea typeface="+mn-lt"/>
                <a:cs typeface="+mn-lt"/>
              </a:rPr>
              <a:t> data </a:t>
            </a:r>
            <a:r>
              <a:rPr lang="tr-TR" dirty="0" err="1">
                <a:ea typeface="+mn-lt"/>
                <a:cs typeface="+mn-lt"/>
              </a:rPr>
              <a:t>for</a:t>
            </a:r>
            <a:r>
              <a:rPr lang="tr-TR" dirty="0">
                <a:ea typeface="+mn-lt"/>
                <a:cs typeface="+mn-lt"/>
              </a:rPr>
              <a:t> model </a:t>
            </a:r>
            <a:r>
              <a:rPr lang="tr-TR" dirty="0" err="1">
                <a:ea typeface="+mn-lt"/>
                <a:cs typeface="+mn-lt"/>
              </a:rPr>
              <a:t>accuracy</a:t>
            </a:r>
            <a:endParaRPr lang="tr-TR" dirty="0" err="1">
              <a:solidFill>
                <a:srgbClr val="000000">
                  <a:alpha val="60000"/>
                </a:srgbClr>
              </a:solidFill>
            </a:endParaRPr>
          </a:p>
          <a:p>
            <a:pPr>
              <a:buAutoNum type="arabicPeriod"/>
            </a:pPr>
            <a:endParaRPr lang="tr-TR" sz="1800" dirty="0">
              <a:solidFill>
                <a:srgbClr val="000000">
                  <a:alpha val="60000"/>
                </a:srgbClr>
              </a:solidFill>
            </a:endParaRPr>
          </a:p>
          <a:p>
            <a:pPr marL="359410" indent="-359410">
              <a:buAutoNum type="arabicPeriod"/>
            </a:pPr>
            <a:endParaRPr lang="tr-TR" sz="1800" dirty="0">
              <a:solidFill>
                <a:srgbClr val="000000">
                  <a:alpha val="60000"/>
                </a:srgbClr>
              </a:solidFill>
            </a:endParaRPr>
          </a:p>
        </p:txBody>
      </p:sp>
    </p:spTree>
    <p:extLst>
      <p:ext uri="{BB962C8B-B14F-4D97-AF65-F5344CB8AC3E}">
        <p14:creationId xmlns:p14="http://schemas.microsoft.com/office/powerpoint/2010/main" val="1697782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9D6ABD7-04EA-4185-CA7F-9F317CAAC628}"/>
              </a:ext>
            </a:extLst>
          </p:cNvPr>
          <p:cNvSpPr>
            <a:spLocks noGrp="1"/>
          </p:cNvSpPr>
          <p:nvPr>
            <p:ph type="title"/>
          </p:nvPr>
        </p:nvSpPr>
        <p:spPr>
          <a:xfrm>
            <a:off x="704194" y="131855"/>
            <a:ext cx="10213200" cy="625156"/>
          </a:xfrm>
        </p:spPr>
        <p:txBody>
          <a:bodyPr/>
          <a:lstStyle/>
          <a:p>
            <a:r>
              <a:rPr lang="tr-TR">
                <a:ea typeface="+mj-lt"/>
                <a:cs typeface="+mj-lt"/>
              </a:rPr>
              <a:t>          </a:t>
            </a:r>
            <a:r>
              <a:rPr lang="tr-TR" dirty="0">
                <a:ea typeface="+mj-lt"/>
                <a:cs typeface="+mj-lt"/>
              </a:rPr>
              <a:t> </a:t>
            </a:r>
            <a:r>
              <a:rPr lang="tr-TR" dirty="0" err="1">
                <a:ea typeface="+mj-lt"/>
                <a:cs typeface="+mj-lt"/>
              </a:rPr>
              <a:t>Innovation</a:t>
            </a:r>
            <a:r>
              <a:rPr lang="tr-TR" dirty="0">
                <a:ea typeface="+mj-lt"/>
                <a:cs typeface="+mj-lt"/>
              </a:rPr>
              <a:t>: 4-bit </a:t>
            </a:r>
            <a:r>
              <a:rPr lang="tr-TR" dirty="0" err="1">
                <a:ea typeface="+mj-lt"/>
                <a:cs typeface="+mj-lt"/>
              </a:rPr>
              <a:t>NormalFloat</a:t>
            </a:r>
            <a:r>
              <a:rPr lang="tr-TR" dirty="0">
                <a:ea typeface="+mj-lt"/>
                <a:cs typeface="+mj-lt"/>
              </a:rPr>
              <a:t> </a:t>
            </a:r>
            <a:r>
              <a:rPr lang="tr-TR" dirty="0" err="1">
                <a:ea typeface="+mj-lt"/>
                <a:cs typeface="+mj-lt"/>
              </a:rPr>
              <a:t>Quantization</a:t>
            </a:r>
            <a:r>
              <a:rPr lang="tr-TR" dirty="0">
                <a:ea typeface="+mj-lt"/>
                <a:cs typeface="+mj-lt"/>
              </a:rPr>
              <a:t> (NF4)</a:t>
            </a:r>
          </a:p>
        </p:txBody>
      </p:sp>
      <p:sp>
        <p:nvSpPr>
          <p:cNvPr id="3" name="İçerik Yer Tutucusu 2">
            <a:extLst>
              <a:ext uri="{FF2B5EF4-FFF2-40B4-BE49-F238E27FC236}">
                <a16:creationId xmlns:a16="http://schemas.microsoft.com/office/drawing/2014/main" id="{559C5201-913D-1497-F68C-82796976391D}"/>
              </a:ext>
            </a:extLst>
          </p:cNvPr>
          <p:cNvSpPr>
            <a:spLocks noGrp="1"/>
          </p:cNvSpPr>
          <p:nvPr>
            <p:ph idx="1"/>
          </p:nvPr>
        </p:nvSpPr>
        <p:spPr>
          <a:xfrm>
            <a:off x="989400" y="1444988"/>
            <a:ext cx="10550657" cy="1233128"/>
          </a:xfrm>
        </p:spPr>
        <p:txBody>
          <a:bodyPr vert="horz" lIns="91440" tIns="45720" rIns="91440" bIns="45720" rtlCol="0" anchor="t">
            <a:normAutofit fontScale="92500" lnSpcReduction="20000"/>
          </a:bodyPr>
          <a:lstStyle/>
          <a:p>
            <a:pPr marL="0" indent="0"/>
            <a:r>
              <a:rPr lang="tr-TR">
                <a:ea typeface="+mn-lt"/>
                <a:cs typeface="+mn-lt"/>
              </a:rPr>
              <a:t>Pretrained Neural Network weights almost always follow a </a:t>
            </a:r>
            <a:r>
              <a:rPr lang="tr-TR" b="1">
                <a:ea typeface="+mn-lt"/>
                <a:cs typeface="+mn-lt"/>
              </a:rPr>
              <a:t>Zero-Centered Normal Distribution</a:t>
            </a:r>
            <a:br>
              <a:rPr lang="tr-TR" b="1" dirty="0">
                <a:ea typeface="+mn-lt"/>
                <a:cs typeface="+mn-lt"/>
              </a:rPr>
            </a:br>
            <a:endParaRPr lang="tr-TR">
              <a:solidFill>
                <a:srgbClr val="000000">
                  <a:alpha val="60000"/>
                </a:srgbClr>
              </a:solidFill>
            </a:endParaRPr>
          </a:p>
          <a:p>
            <a:pPr marL="359410" indent="-359410"/>
            <a:endParaRPr lang="tr-TR" dirty="0">
              <a:solidFill>
                <a:srgbClr val="000000">
                  <a:alpha val="60000"/>
                </a:srgbClr>
              </a:solidFill>
              <a:ea typeface="+mn-lt"/>
              <a:cs typeface="+mn-lt"/>
            </a:endParaRPr>
          </a:p>
          <a:p>
            <a:pPr marL="359410" indent="-359410"/>
            <a:endParaRPr lang="tr-TR" b="1" dirty="0">
              <a:solidFill>
                <a:srgbClr val="000000">
                  <a:alpha val="60000"/>
                </a:srgbClr>
              </a:solidFill>
              <a:ea typeface="+mn-lt"/>
              <a:cs typeface="+mn-lt"/>
            </a:endParaRPr>
          </a:p>
        </p:txBody>
      </p:sp>
      <p:sp>
        <p:nvSpPr>
          <p:cNvPr id="4" name="Metin kutusu 3">
            <a:extLst>
              <a:ext uri="{FF2B5EF4-FFF2-40B4-BE49-F238E27FC236}">
                <a16:creationId xmlns:a16="http://schemas.microsoft.com/office/drawing/2014/main" id="{8A539E6B-25D6-F331-AC86-86B7BD10F299}"/>
              </a:ext>
            </a:extLst>
          </p:cNvPr>
          <p:cNvSpPr txBox="1"/>
          <p:nvPr/>
        </p:nvSpPr>
        <p:spPr>
          <a:xfrm>
            <a:off x="985510" y="5033314"/>
            <a:ext cx="1055532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b="1">
                <a:ea typeface="+mn-lt"/>
                <a:cs typeface="+mn-lt"/>
              </a:rPr>
              <a:t>The "Zero" Problem:</a:t>
            </a:r>
            <a:r>
              <a:rPr lang="tr-TR">
                <a:ea typeface="+mn-lt"/>
                <a:cs typeface="+mn-lt"/>
              </a:rPr>
              <a:t> Standard symmetric quantization often has no exact representation for "0".</a:t>
            </a:r>
            <a:endParaRPr lang="tr-TR"/>
          </a:p>
        </p:txBody>
      </p:sp>
      <p:sp>
        <p:nvSpPr>
          <p:cNvPr id="5" name="Metin kutusu 4">
            <a:extLst>
              <a:ext uri="{FF2B5EF4-FFF2-40B4-BE49-F238E27FC236}">
                <a16:creationId xmlns:a16="http://schemas.microsoft.com/office/drawing/2014/main" id="{BEB66BAB-EF00-46EE-4F7B-9B8713315081}"/>
              </a:ext>
            </a:extLst>
          </p:cNvPr>
          <p:cNvSpPr txBox="1"/>
          <p:nvPr/>
        </p:nvSpPr>
        <p:spPr>
          <a:xfrm>
            <a:off x="957894" y="5728481"/>
            <a:ext cx="1039002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a:ea typeface="+mn-lt"/>
                <a:cs typeface="+mn-lt"/>
              </a:rPr>
              <a:t>NF4 is </a:t>
            </a:r>
            <a:r>
              <a:rPr lang="tr-TR" b="1">
                <a:ea typeface="+mn-lt"/>
                <a:cs typeface="+mn-lt"/>
              </a:rPr>
              <a:t>asymmetric</a:t>
            </a:r>
            <a:r>
              <a:rPr lang="tr-TR">
                <a:ea typeface="+mn-lt"/>
                <a:cs typeface="+mn-lt"/>
              </a:rPr>
              <a:t>. It creates separate ranges for positive and negative numbers and merges them to ensure exactly</a:t>
            </a:r>
            <a:r>
              <a:rPr lang="tr-TR" b="1">
                <a:ea typeface="+mn-lt"/>
                <a:cs typeface="+mn-lt"/>
              </a:rPr>
              <a:t> 0</a:t>
            </a:r>
            <a:r>
              <a:rPr lang="tr-TR">
                <a:ea typeface="+mn-lt"/>
                <a:cs typeface="+mn-lt"/>
              </a:rPr>
              <a:t> is representable (critical for padding).</a:t>
            </a:r>
          </a:p>
        </p:txBody>
      </p:sp>
      <p:sp>
        <p:nvSpPr>
          <p:cNvPr id="7" name="Metin kutusu 6">
            <a:extLst>
              <a:ext uri="{FF2B5EF4-FFF2-40B4-BE49-F238E27FC236}">
                <a16:creationId xmlns:a16="http://schemas.microsoft.com/office/drawing/2014/main" id="{6815D44F-982B-6AA1-FE70-0954B2BFB996}"/>
              </a:ext>
            </a:extLst>
          </p:cNvPr>
          <p:cNvSpPr txBox="1"/>
          <p:nvPr/>
        </p:nvSpPr>
        <p:spPr>
          <a:xfrm>
            <a:off x="1076379" y="2427360"/>
            <a:ext cx="10155775" cy="26007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spcBef>
                <a:spcPts val="1000"/>
              </a:spcBef>
            </a:pPr>
            <a:r>
              <a:rPr lang="tr-TR" sz="2000">
                <a:solidFill>
                  <a:srgbClr val="666A6A"/>
                </a:solidFill>
              </a:rPr>
              <a:t>Instead of calculating quantiles every time, we fix the distribution.</a:t>
            </a:r>
            <a:endParaRPr lang="tr-TR" dirty="0">
              <a:solidFill>
                <a:srgbClr val="666A6A"/>
              </a:solidFill>
            </a:endParaRPr>
          </a:p>
          <a:p>
            <a:pPr marL="285750" indent="-285750">
              <a:lnSpc>
                <a:spcPct val="150000"/>
              </a:lnSpc>
              <a:spcBef>
                <a:spcPts val="1000"/>
              </a:spcBef>
              <a:buFont typeface="Wingdings,Sans-Serif"/>
              <a:buChar char=""/>
            </a:pPr>
            <a:r>
              <a:rPr lang="tr-TR" sz="2000">
                <a:solidFill>
                  <a:srgbClr val="666A6A"/>
                </a:solidFill>
              </a:rPr>
              <a:t>We compute the optimal quantiles for a theoretical N(0,1) distribution once</a:t>
            </a:r>
            <a:r>
              <a:rPr lang="tr-TR" sz="800" baseline="30000">
                <a:solidFill>
                  <a:srgbClr val="666A6A"/>
                </a:solidFill>
              </a:rPr>
              <a:t>6</a:t>
            </a:r>
            <a:r>
              <a:rPr lang="tr-TR" sz="2000">
                <a:solidFill>
                  <a:srgbClr val="666A6A"/>
                </a:solidFill>
              </a:rPr>
              <a:t>.</a:t>
            </a:r>
            <a:endParaRPr lang="tr-TR" sz="2000" dirty="0">
              <a:solidFill>
                <a:srgbClr val="666A6A"/>
              </a:solidFill>
            </a:endParaRPr>
          </a:p>
          <a:p>
            <a:pPr marL="285750" indent="-285750">
              <a:lnSpc>
                <a:spcPct val="150000"/>
              </a:lnSpc>
              <a:spcBef>
                <a:spcPts val="1000"/>
              </a:spcBef>
              <a:buFont typeface="Wingdings,Sans-Serif"/>
              <a:buChar char=""/>
            </a:pPr>
            <a:r>
              <a:rPr lang="tr-TR" sz="2000">
                <a:solidFill>
                  <a:srgbClr val="666A6A"/>
                </a:solidFill>
              </a:rPr>
              <a:t>We scale the weights to fit into the [-1, 1] range</a:t>
            </a:r>
            <a:r>
              <a:rPr lang="tr-TR" sz="800" baseline="30000">
                <a:solidFill>
                  <a:srgbClr val="666A6A"/>
                </a:solidFill>
              </a:rPr>
              <a:t>7</a:t>
            </a:r>
            <a:r>
              <a:rPr lang="tr-TR" sz="2000">
                <a:solidFill>
                  <a:srgbClr val="666A6A"/>
                </a:solidFill>
              </a:rPr>
              <a:t>.</a:t>
            </a:r>
            <a:endParaRPr lang="tr-TR" sz="2000" dirty="0">
              <a:solidFill>
                <a:srgbClr val="666A6A"/>
              </a:solidFill>
            </a:endParaRPr>
          </a:p>
          <a:p>
            <a:pPr marL="285750" indent="-285750">
              <a:lnSpc>
                <a:spcPct val="150000"/>
              </a:lnSpc>
              <a:spcBef>
                <a:spcPts val="1000"/>
              </a:spcBef>
              <a:buFont typeface="Wingdings,Sans-Serif"/>
              <a:buChar char=""/>
            </a:pPr>
            <a:endParaRPr lang="tr-TR" sz="2000" dirty="0">
              <a:solidFill>
                <a:srgbClr val="666A6A"/>
              </a:solidFill>
            </a:endParaRPr>
          </a:p>
          <a:p>
            <a:pPr algn="l"/>
            <a:endParaRPr lang="tr-TR" dirty="0">
              <a:solidFill>
                <a:srgbClr val="666A6A"/>
              </a:solidFill>
            </a:endParaRPr>
          </a:p>
        </p:txBody>
      </p:sp>
    </p:spTree>
    <p:extLst>
      <p:ext uri="{BB962C8B-B14F-4D97-AF65-F5344CB8AC3E}">
        <p14:creationId xmlns:p14="http://schemas.microsoft.com/office/powerpoint/2010/main" val="403599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0" fill="hold"/>
                                        <p:tgtEl>
                                          <p:spTgt spid="5"/>
                                        </p:tgtEl>
                                        <p:attrNameLst>
                                          <p:attrName>ppt_x</p:attrName>
                                        </p:attrNameLst>
                                      </p:cBhvr>
                                      <p:tavLst>
                                        <p:tav tm="0">
                                          <p:val>
                                            <p:strVal val="#ppt_x"/>
                                          </p:val>
                                        </p:tav>
                                        <p:tav tm="100000">
                                          <p:val>
                                            <p:strVal val="#ppt_x"/>
                                          </p:val>
                                        </p:tav>
                                      </p:tavLst>
                                    </p:anim>
                                    <p:anim calcmode="lin" valueType="num">
                                      <p:cBhvr additive="base">
                                        <p:cTn id="23"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4758C41-CCF5-B08C-7C82-27EB8EFB13ED}"/>
              </a:ext>
            </a:extLst>
          </p:cNvPr>
          <p:cNvSpPr>
            <a:spLocks noGrp="1"/>
          </p:cNvSpPr>
          <p:nvPr>
            <p:ph idx="1"/>
          </p:nvPr>
        </p:nvSpPr>
        <p:spPr>
          <a:xfrm>
            <a:off x="1137446" y="4745574"/>
            <a:ext cx="7737162" cy="1697549"/>
          </a:xfrm>
        </p:spPr>
        <p:txBody>
          <a:bodyPr vert="horz" lIns="91440" tIns="45720" rIns="91440" bIns="45720" rtlCol="0" anchor="t">
            <a:noAutofit/>
          </a:bodyPr>
          <a:lstStyle/>
          <a:p>
            <a:pPr marL="0" indent="0">
              <a:buNone/>
            </a:pPr>
            <a:r>
              <a:rPr lang="tr-TR" sz="1600">
                <a:solidFill>
                  <a:srgbClr val="000000">
                    <a:alpha val="60000"/>
                  </a:srgbClr>
                </a:solidFill>
              </a:rPr>
              <a:t>If you count the values there are 7 negative values,8 positive values and with </a:t>
            </a:r>
            <a:r>
              <a:rPr lang="tr-TR" sz="1600" b="1">
                <a:solidFill>
                  <a:srgbClr val="000000">
                    <a:alpha val="60000"/>
                  </a:srgbClr>
                </a:solidFill>
              </a:rPr>
              <a:t>0 </a:t>
            </a:r>
            <a:r>
              <a:rPr lang="tr-TR" sz="1600">
                <a:solidFill>
                  <a:srgbClr val="000000">
                    <a:alpha val="60000"/>
                  </a:srgbClr>
                </a:solidFill>
              </a:rPr>
              <a:t>counted it totals  to 16 quantiles which corresponds to 4-bit precision!</a:t>
            </a:r>
          </a:p>
        </p:txBody>
      </p:sp>
      <p:pic>
        <p:nvPicPr>
          <p:cNvPr id="5" name="Resim 4" descr="metin, yazı tipi, ekran görüntüsü, beyaz içeren bir resim&#10;&#10;Yapay zeka tarafından oluşturulmuş içerik yanlış olabilir.">
            <a:extLst>
              <a:ext uri="{FF2B5EF4-FFF2-40B4-BE49-F238E27FC236}">
                <a16:creationId xmlns:a16="http://schemas.microsoft.com/office/drawing/2014/main" id="{AE5A7D86-B145-4656-B26B-D283A51FA3BF}"/>
              </a:ext>
            </a:extLst>
          </p:cNvPr>
          <p:cNvPicPr>
            <a:picLocks noChangeAspect="1"/>
          </p:cNvPicPr>
          <p:nvPr/>
        </p:nvPicPr>
        <p:blipFill>
          <a:blip r:embed="rId2"/>
          <a:stretch>
            <a:fillRect/>
          </a:stretch>
        </p:blipFill>
        <p:spPr>
          <a:xfrm>
            <a:off x="1142189" y="2652289"/>
            <a:ext cx="8678635" cy="2090057"/>
          </a:xfrm>
          <a:prstGeom prst="rect">
            <a:avLst/>
          </a:prstGeom>
        </p:spPr>
      </p:pic>
      <p:sp>
        <p:nvSpPr>
          <p:cNvPr id="7" name="Metin kutusu 6">
            <a:extLst>
              <a:ext uri="{FF2B5EF4-FFF2-40B4-BE49-F238E27FC236}">
                <a16:creationId xmlns:a16="http://schemas.microsoft.com/office/drawing/2014/main" id="{BE827B70-6833-89EB-1BDF-EC0D6994EFD5}"/>
              </a:ext>
            </a:extLst>
          </p:cNvPr>
          <p:cNvSpPr txBox="1"/>
          <p:nvPr/>
        </p:nvSpPr>
        <p:spPr>
          <a:xfrm>
            <a:off x="1600201" y="163286"/>
            <a:ext cx="9285514"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3200" baseline="0">
                <a:latin typeface="Goudy Old Style"/>
              </a:rPr>
              <a:t>  </a:t>
            </a:r>
            <a:r>
              <a:rPr lang="tr-TR" sz="3200">
                <a:latin typeface="Goudy Old Style"/>
              </a:rPr>
              <a:t>           </a:t>
            </a:r>
            <a:r>
              <a:rPr lang="tr-TR" sz="3200" dirty="0">
                <a:latin typeface="Goudy Old Style"/>
              </a:rPr>
              <a:t> </a:t>
            </a:r>
            <a:r>
              <a:rPr lang="tr-TR" sz="3200" baseline="0" dirty="0">
                <a:latin typeface="Goudy Old Style"/>
              </a:rPr>
              <a:t>4-bit </a:t>
            </a:r>
            <a:r>
              <a:rPr lang="tr-TR" sz="3200" baseline="0" dirty="0" err="1">
                <a:latin typeface="Goudy Old Style"/>
              </a:rPr>
              <a:t>NormalFloat</a:t>
            </a:r>
            <a:r>
              <a:rPr lang="tr-TR" sz="3200" baseline="0" dirty="0">
                <a:latin typeface="Goudy Old Style"/>
              </a:rPr>
              <a:t> </a:t>
            </a:r>
            <a:r>
              <a:rPr lang="tr-TR" sz="3200" baseline="0" dirty="0" err="1">
                <a:latin typeface="Goudy Old Style"/>
              </a:rPr>
              <a:t>Quantization</a:t>
            </a:r>
            <a:r>
              <a:rPr lang="tr-TR" sz="3200" baseline="0" dirty="0">
                <a:latin typeface="Goudy Old Style"/>
              </a:rPr>
              <a:t>(</a:t>
            </a:r>
            <a:r>
              <a:rPr lang="tr-TR" sz="3200" dirty="0" err="1">
                <a:latin typeface="Goudy Old Style"/>
              </a:rPr>
              <a:t>Cont</a:t>
            </a:r>
            <a:r>
              <a:rPr lang="tr-TR" sz="3200" dirty="0">
                <a:latin typeface="Goudy Old Style"/>
              </a:rPr>
              <a:t>.)</a:t>
            </a:r>
          </a:p>
          <a:p>
            <a:pPr algn="ctr"/>
            <a:endParaRPr lang="tr-TR"/>
          </a:p>
        </p:txBody>
      </p:sp>
      <p:sp>
        <p:nvSpPr>
          <p:cNvPr id="2" name="Metin kutusu 1">
            <a:extLst>
              <a:ext uri="{FF2B5EF4-FFF2-40B4-BE49-F238E27FC236}">
                <a16:creationId xmlns:a16="http://schemas.microsoft.com/office/drawing/2014/main" id="{6F99D76B-2622-AD46-D490-156FBEA5F1D9}"/>
              </a:ext>
            </a:extLst>
          </p:cNvPr>
          <p:cNvSpPr txBox="1"/>
          <p:nvPr/>
        </p:nvSpPr>
        <p:spPr>
          <a:xfrm>
            <a:off x="1142021" y="1254599"/>
            <a:ext cx="907685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a:solidFill>
                  <a:srgbClr val="575B5B"/>
                </a:solidFill>
                <a:ea typeface="+mn-lt"/>
                <a:cs typeface="+mn-lt"/>
              </a:rPr>
              <a:t>We term the resulting data type that has equal expected number of values in each quantization bin k-bit NormalFloat (NFk), since the data type is information-theoretically optimal for zero-centered normally distributed data. </a:t>
            </a:r>
          </a:p>
        </p:txBody>
      </p:sp>
    </p:spTree>
    <p:extLst>
      <p:ext uri="{BB962C8B-B14F-4D97-AF65-F5344CB8AC3E}">
        <p14:creationId xmlns:p14="http://schemas.microsoft.com/office/powerpoint/2010/main" val="352376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052415B-A661-A3D3-D47D-DF4EA0F2BF60}"/>
              </a:ext>
            </a:extLst>
          </p:cNvPr>
          <p:cNvSpPr>
            <a:spLocks noGrp="1"/>
          </p:cNvSpPr>
          <p:nvPr>
            <p:ph type="title"/>
          </p:nvPr>
        </p:nvSpPr>
        <p:spPr>
          <a:xfrm>
            <a:off x="989400" y="303849"/>
            <a:ext cx="10213200" cy="655636"/>
          </a:xfrm>
        </p:spPr>
        <p:txBody>
          <a:bodyPr/>
          <a:lstStyle/>
          <a:p>
            <a:r>
              <a:rPr lang="tr-TR"/>
              <a:t>                 Innovation</a:t>
            </a:r>
            <a:r>
              <a:rPr lang="tr-TR" dirty="0"/>
              <a:t> 2:Double </a:t>
            </a:r>
            <a:r>
              <a:rPr lang="tr-TR" dirty="0" err="1"/>
              <a:t>Quantization</a:t>
            </a:r>
            <a:r>
              <a:rPr lang="tr-TR" dirty="0"/>
              <a:t> </a:t>
            </a:r>
            <a:r>
              <a:rPr lang="tr-TR" dirty="0">
                <a:ea typeface="+mj-lt"/>
                <a:cs typeface="+mj-lt"/>
              </a:rPr>
              <a:t>(DQ)</a:t>
            </a:r>
          </a:p>
        </p:txBody>
      </p:sp>
      <p:sp>
        <p:nvSpPr>
          <p:cNvPr id="3" name="İçerik Yer Tutucusu 2">
            <a:extLst>
              <a:ext uri="{FF2B5EF4-FFF2-40B4-BE49-F238E27FC236}">
                <a16:creationId xmlns:a16="http://schemas.microsoft.com/office/drawing/2014/main" id="{DE2F3C79-53D5-6515-2DB4-B70823FE9652}"/>
              </a:ext>
            </a:extLst>
          </p:cNvPr>
          <p:cNvSpPr>
            <a:spLocks noGrp="1"/>
          </p:cNvSpPr>
          <p:nvPr>
            <p:ph idx="1"/>
          </p:nvPr>
        </p:nvSpPr>
        <p:spPr>
          <a:xfrm>
            <a:off x="643960" y="1716405"/>
            <a:ext cx="10558640" cy="4700591"/>
          </a:xfrm>
        </p:spPr>
        <p:txBody>
          <a:bodyPr vert="horz" lIns="91440" tIns="45720" rIns="91440" bIns="45720" rtlCol="0" anchor="t">
            <a:noAutofit/>
          </a:bodyPr>
          <a:lstStyle/>
          <a:p>
            <a:pPr marL="359410" indent="-359410"/>
            <a:r>
              <a:rPr lang="tr-TR" sz="1800" dirty="0" err="1">
                <a:ea typeface="+mn-lt"/>
                <a:cs typeface="+mn-lt"/>
              </a:rPr>
              <a:t>Double</a:t>
            </a:r>
            <a:r>
              <a:rPr lang="tr-TR" sz="1800" dirty="0">
                <a:ea typeface="+mn-lt"/>
                <a:cs typeface="+mn-lt"/>
              </a:rPr>
              <a:t> </a:t>
            </a:r>
            <a:r>
              <a:rPr lang="tr-TR" sz="1800" dirty="0" err="1">
                <a:ea typeface="+mn-lt"/>
                <a:cs typeface="+mn-lt"/>
              </a:rPr>
              <a:t>Quantization</a:t>
            </a:r>
            <a:r>
              <a:rPr lang="tr-TR" sz="1800" dirty="0">
                <a:ea typeface="+mn-lt"/>
                <a:cs typeface="+mn-lt"/>
              </a:rPr>
              <a:t> </a:t>
            </a:r>
            <a:r>
              <a:rPr lang="tr-TR" sz="1800" dirty="0" err="1">
                <a:ea typeface="+mn-lt"/>
                <a:cs typeface="+mn-lt"/>
              </a:rPr>
              <a:t>treats</a:t>
            </a:r>
            <a:r>
              <a:rPr lang="tr-TR" sz="1800" dirty="0">
                <a:ea typeface="+mn-lt"/>
                <a:cs typeface="+mn-lt"/>
              </a:rPr>
              <a:t> </a:t>
            </a:r>
            <a:r>
              <a:rPr lang="tr-TR" sz="1800" dirty="0" err="1">
                <a:ea typeface="+mn-lt"/>
                <a:cs typeface="+mn-lt"/>
              </a:rPr>
              <a:t>quantization</a:t>
            </a:r>
            <a:r>
              <a:rPr lang="tr-TR" sz="1800" dirty="0">
                <a:ea typeface="+mn-lt"/>
                <a:cs typeface="+mn-lt"/>
              </a:rPr>
              <a:t> </a:t>
            </a:r>
            <a:r>
              <a:rPr lang="tr-TR" sz="1800" dirty="0" err="1">
                <a:ea typeface="+mn-lt"/>
                <a:cs typeface="+mn-lt"/>
              </a:rPr>
              <a:t>constants</a:t>
            </a:r>
            <a:r>
              <a:rPr lang="tr-TR" sz="1800" dirty="0">
                <a:ea typeface="+mn-lt"/>
                <a:cs typeface="+mn-lt"/>
              </a:rPr>
              <a:t> of </a:t>
            </a:r>
            <a:r>
              <a:rPr lang="tr-TR" sz="1800" dirty="0" err="1">
                <a:ea typeface="+mn-lt"/>
                <a:cs typeface="+mn-lt"/>
              </a:rPr>
              <a:t>the</a:t>
            </a:r>
            <a:r>
              <a:rPr lang="tr-TR" sz="1800" dirty="0">
                <a:ea typeface="+mn-lt"/>
                <a:cs typeface="+mn-lt"/>
              </a:rPr>
              <a:t> </a:t>
            </a:r>
            <a:r>
              <a:rPr lang="tr-TR" sz="1800" dirty="0" err="1">
                <a:ea typeface="+mn-lt"/>
                <a:cs typeface="+mn-lt"/>
              </a:rPr>
              <a:t>first</a:t>
            </a:r>
            <a:r>
              <a:rPr lang="tr-TR" sz="1800" dirty="0">
                <a:ea typeface="+mn-lt"/>
                <a:cs typeface="+mn-lt"/>
              </a:rPr>
              <a:t> </a:t>
            </a:r>
            <a:r>
              <a:rPr lang="tr-TR" sz="1800" dirty="0" err="1">
                <a:ea typeface="+mn-lt"/>
                <a:cs typeface="+mn-lt"/>
              </a:rPr>
              <a:t>quantization</a:t>
            </a:r>
            <a:r>
              <a:rPr lang="tr-TR" sz="1800" dirty="0">
                <a:ea typeface="+mn-lt"/>
                <a:cs typeface="+mn-lt"/>
              </a:rPr>
              <a:t> as </a:t>
            </a:r>
            <a:r>
              <a:rPr lang="tr-TR" sz="1800" dirty="0" err="1">
                <a:ea typeface="+mn-lt"/>
                <a:cs typeface="+mn-lt"/>
              </a:rPr>
              <a:t>inputs</a:t>
            </a:r>
            <a:r>
              <a:rPr lang="tr-TR" sz="1800" dirty="0">
                <a:ea typeface="+mn-lt"/>
                <a:cs typeface="+mn-lt"/>
              </a:rPr>
              <a:t> </a:t>
            </a:r>
            <a:r>
              <a:rPr lang="tr-TR" sz="1800" dirty="0" err="1">
                <a:ea typeface="+mn-lt"/>
                <a:cs typeface="+mn-lt"/>
              </a:rPr>
              <a:t>to</a:t>
            </a:r>
            <a:r>
              <a:rPr lang="tr-TR" sz="1800" dirty="0">
                <a:ea typeface="+mn-lt"/>
                <a:cs typeface="+mn-lt"/>
              </a:rPr>
              <a:t> a </a:t>
            </a:r>
            <a:r>
              <a:rPr lang="tr-TR" sz="1800" dirty="0" err="1">
                <a:ea typeface="+mn-lt"/>
                <a:cs typeface="+mn-lt"/>
              </a:rPr>
              <a:t>second</a:t>
            </a:r>
            <a:r>
              <a:rPr lang="tr-TR" sz="1800" dirty="0">
                <a:ea typeface="+mn-lt"/>
                <a:cs typeface="+mn-lt"/>
              </a:rPr>
              <a:t> </a:t>
            </a:r>
            <a:r>
              <a:rPr lang="tr-TR" sz="1800" dirty="0" err="1">
                <a:ea typeface="+mn-lt"/>
                <a:cs typeface="+mn-lt"/>
              </a:rPr>
              <a:t>quantization</a:t>
            </a:r>
            <a:r>
              <a:rPr lang="tr-TR" sz="1800" dirty="0">
                <a:ea typeface="+mn-lt"/>
                <a:cs typeface="+mn-lt"/>
              </a:rPr>
              <a:t>. </a:t>
            </a:r>
            <a:r>
              <a:rPr lang="tr-TR" sz="1800" dirty="0" err="1">
                <a:ea typeface="+mn-lt"/>
                <a:cs typeface="+mn-lt"/>
              </a:rPr>
              <a:t>This</a:t>
            </a:r>
            <a:r>
              <a:rPr lang="tr-TR" sz="1800" dirty="0">
                <a:ea typeface="+mn-lt"/>
                <a:cs typeface="+mn-lt"/>
              </a:rPr>
              <a:t> </a:t>
            </a:r>
            <a:r>
              <a:rPr lang="tr-TR" sz="1800" dirty="0" err="1">
                <a:ea typeface="+mn-lt"/>
                <a:cs typeface="+mn-lt"/>
              </a:rPr>
              <a:t>second</a:t>
            </a:r>
            <a:r>
              <a:rPr lang="tr-TR" sz="1800" dirty="0">
                <a:ea typeface="+mn-lt"/>
                <a:cs typeface="+mn-lt"/>
              </a:rPr>
              <a:t> step </a:t>
            </a:r>
            <a:r>
              <a:rPr lang="tr-TR" sz="1800" dirty="0" err="1">
                <a:ea typeface="+mn-lt"/>
                <a:cs typeface="+mn-lt"/>
              </a:rPr>
              <a:t>yields</a:t>
            </a:r>
            <a:r>
              <a:rPr lang="tr-TR" sz="1800" dirty="0">
                <a:ea typeface="+mn-lt"/>
                <a:cs typeface="+mn-lt"/>
              </a:rPr>
              <a:t> </a:t>
            </a:r>
            <a:r>
              <a:rPr lang="tr-TR" sz="1800" dirty="0" err="1">
                <a:ea typeface="+mn-lt"/>
                <a:cs typeface="+mn-lt"/>
              </a:rPr>
              <a:t>the</a:t>
            </a:r>
            <a:r>
              <a:rPr lang="tr-TR" sz="1800" dirty="0">
                <a:ea typeface="+mn-lt"/>
                <a:cs typeface="+mn-lt"/>
              </a:rPr>
              <a:t> </a:t>
            </a:r>
            <a:r>
              <a:rPr lang="tr-TR" sz="1800" dirty="0" err="1">
                <a:ea typeface="+mn-lt"/>
                <a:cs typeface="+mn-lt"/>
              </a:rPr>
              <a:t>quantized</a:t>
            </a:r>
            <a:r>
              <a:rPr lang="tr-TR" sz="1800" dirty="0">
                <a:ea typeface="+mn-lt"/>
                <a:cs typeface="+mn-lt"/>
              </a:rPr>
              <a:t> </a:t>
            </a:r>
            <a:r>
              <a:rPr lang="tr-TR" sz="1800" dirty="0" err="1">
                <a:ea typeface="+mn-lt"/>
                <a:cs typeface="+mn-lt"/>
              </a:rPr>
              <a:t>quantization</a:t>
            </a:r>
            <a:r>
              <a:rPr lang="tr-TR" sz="1800" dirty="0">
                <a:ea typeface="+mn-lt"/>
                <a:cs typeface="+mn-lt"/>
              </a:rPr>
              <a:t> </a:t>
            </a:r>
            <a:r>
              <a:rPr lang="tr-TR" sz="1800" dirty="0" err="1">
                <a:ea typeface="+mn-lt"/>
                <a:cs typeface="+mn-lt"/>
              </a:rPr>
              <a:t>constants</a:t>
            </a:r>
            <a:r>
              <a:rPr lang="tr-TR" sz="1800" dirty="0">
                <a:ea typeface="+mn-lt"/>
                <a:cs typeface="+mn-lt"/>
              </a:rPr>
              <a:t> </a:t>
            </a:r>
            <a:r>
              <a:rPr lang="tr-TR" sz="1800" dirty="0" err="1">
                <a:ea typeface="+mn-lt"/>
                <a:cs typeface="+mn-lt"/>
              </a:rPr>
              <a:t>and</a:t>
            </a:r>
            <a:r>
              <a:rPr lang="tr-TR" sz="1800" dirty="0">
                <a:ea typeface="+mn-lt"/>
                <a:cs typeface="+mn-lt"/>
              </a:rPr>
              <a:t> </a:t>
            </a:r>
            <a:r>
              <a:rPr lang="tr-TR" sz="1800" dirty="0" err="1">
                <a:ea typeface="+mn-lt"/>
                <a:cs typeface="+mn-lt"/>
              </a:rPr>
              <a:t>the</a:t>
            </a:r>
            <a:r>
              <a:rPr lang="tr-TR" sz="1800" dirty="0">
                <a:ea typeface="+mn-lt"/>
                <a:cs typeface="+mn-lt"/>
              </a:rPr>
              <a:t> </a:t>
            </a:r>
            <a:r>
              <a:rPr lang="tr-TR" sz="1800" dirty="0" err="1">
                <a:ea typeface="+mn-lt"/>
                <a:cs typeface="+mn-lt"/>
              </a:rPr>
              <a:t>second</a:t>
            </a:r>
            <a:r>
              <a:rPr lang="tr-TR" sz="1800" dirty="0">
                <a:ea typeface="+mn-lt"/>
                <a:cs typeface="+mn-lt"/>
              </a:rPr>
              <a:t> </a:t>
            </a:r>
            <a:r>
              <a:rPr lang="tr-TR" sz="1800" dirty="0" err="1">
                <a:ea typeface="+mn-lt"/>
                <a:cs typeface="+mn-lt"/>
              </a:rPr>
              <a:t>level</a:t>
            </a:r>
            <a:r>
              <a:rPr lang="tr-TR" sz="1800" dirty="0">
                <a:ea typeface="+mn-lt"/>
                <a:cs typeface="+mn-lt"/>
              </a:rPr>
              <a:t> of </a:t>
            </a:r>
            <a:r>
              <a:rPr lang="tr-TR" sz="1800" dirty="0" err="1">
                <a:ea typeface="+mn-lt"/>
                <a:cs typeface="+mn-lt"/>
              </a:rPr>
              <a:t>quantization</a:t>
            </a:r>
            <a:r>
              <a:rPr lang="tr-TR" sz="1800" dirty="0">
                <a:ea typeface="+mn-lt"/>
                <a:cs typeface="+mn-lt"/>
              </a:rPr>
              <a:t> </a:t>
            </a:r>
            <a:r>
              <a:rPr lang="tr-TR" sz="1800" dirty="0" err="1">
                <a:ea typeface="+mn-lt"/>
                <a:cs typeface="+mn-lt"/>
              </a:rPr>
              <a:t>constants</a:t>
            </a:r>
            <a:r>
              <a:rPr lang="tr-TR" sz="1800" dirty="0">
                <a:ea typeface="+mn-lt"/>
                <a:cs typeface="+mn-lt"/>
              </a:rPr>
              <a:t> . </a:t>
            </a:r>
            <a:endParaRPr lang="tr-TR" sz="1800" dirty="0">
              <a:solidFill>
                <a:srgbClr val="000000">
                  <a:alpha val="60000"/>
                </a:srgbClr>
              </a:solidFill>
              <a:ea typeface="+mn-lt"/>
              <a:cs typeface="+mn-lt"/>
            </a:endParaRPr>
          </a:p>
          <a:p>
            <a:pPr marL="359410" indent="-359410"/>
            <a:r>
              <a:rPr lang="tr-TR" sz="1800" dirty="0" err="1">
                <a:ea typeface="+mn-lt"/>
                <a:cs typeface="+mn-lt"/>
              </a:rPr>
              <a:t>We</a:t>
            </a:r>
            <a:r>
              <a:rPr lang="tr-TR" sz="1800" dirty="0">
                <a:ea typeface="+mn-lt"/>
                <a:cs typeface="+mn-lt"/>
              </a:rPr>
              <a:t> </a:t>
            </a:r>
            <a:r>
              <a:rPr lang="tr-TR" sz="1800" dirty="0" err="1">
                <a:ea typeface="+mn-lt"/>
                <a:cs typeface="+mn-lt"/>
              </a:rPr>
              <a:t>use</a:t>
            </a:r>
            <a:r>
              <a:rPr lang="tr-TR" sz="1800" dirty="0">
                <a:ea typeface="+mn-lt"/>
                <a:cs typeface="+mn-lt"/>
              </a:rPr>
              <a:t> 8-bit </a:t>
            </a:r>
            <a:r>
              <a:rPr lang="tr-TR" sz="1800" dirty="0" err="1">
                <a:ea typeface="+mn-lt"/>
                <a:cs typeface="+mn-lt"/>
              </a:rPr>
              <a:t>Floats</a:t>
            </a:r>
            <a:r>
              <a:rPr lang="tr-TR" sz="1800" dirty="0">
                <a:ea typeface="+mn-lt"/>
                <a:cs typeface="+mn-lt"/>
              </a:rPr>
              <a:t> </a:t>
            </a:r>
            <a:r>
              <a:rPr lang="tr-TR" sz="1800" dirty="0" err="1">
                <a:ea typeface="+mn-lt"/>
                <a:cs typeface="+mn-lt"/>
              </a:rPr>
              <a:t>with</a:t>
            </a:r>
            <a:r>
              <a:rPr lang="tr-TR" sz="1800" dirty="0">
                <a:ea typeface="+mn-lt"/>
                <a:cs typeface="+mn-lt"/>
              </a:rPr>
              <a:t> a </a:t>
            </a:r>
            <a:r>
              <a:rPr lang="tr-TR" sz="1800" dirty="0" err="1">
                <a:ea typeface="+mn-lt"/>
                <a:cs typeface="+mn-lt"/>
              </a:rPr>
              <a:t>blocksize</a:t>
            </a:r>
            <a:r>
              <a:rPr lang="tr-TR" sz="1800" dirty="0">
                <a:ea typeface="+mn-lt"/>
                <a:cs typeface="+mn-lt"/>
              </a:rPr>
              <a:t> of 256 </a:t>
            </a:r>
            <a:r>
              <a:rPr lang="tr-TR" sz="1800" dirty="0" err="1">
                <a:ea typeface="+mn-lt"/>
                <a:cs typeface="+mn-lt"/>
              </a:rPr>
              <a:t>for</a:t>
            </a:r>
            <a:r>
              <a:rPr lang="tr-TR" sz="1800" dirty="0">
                <a:ea typeface="+mn-lt"/>
                <a:cs typeface="+mn-lt"/>
              </a:rPr>
              <a:t> </a:t>
            </a:r>
            <a:r>
              <a:rPr lang="tr-TR" sz="1800" dirty="0" err="1">
                <a:ea typeface="+mn-lt"/>
                <a:cs typeface="+mn-lt"/>
              </a:rPr>
              <a:t>the</a:t>
            </a:r>
            <a:r>
              <a:rPr lang="tr-TR" sz="1800" dirty="0">
                <a:ea typeface="+mn-lt"/>
                <a:cs typeface="+mn-lt"/>
              </a:rPr>
              <a:t> </a:t>
            </a:r>
            <a:r>
              <a:rPr lang="tr-TR" sz="1800" dirty="0" err="1">
                <a:ea typeface="+mn-lt"/>
                <a:cs typeface="+mn-lt"/>
              </a:rPr>
              <a:t>second</a:t>
            </a:r>
            <a:r>
              <a:rPr lang="tr-TR" sz="1800" dirty="0">
                <a:ea typeface="+mn-lt"/>
                <a:cs typeface="+mn-lt"/>
              </a:rPr>
              <a:t> </a:t>
            </a:r>
            <a:r>
              <a:rPr lang="tr-TR" sz="1800" dirty="0" err="1">
                <a:ea typeface="+mn-lt"/>
                <a:cs typeface="+mn-lt"/>
              </a:rPr>
              <a:t>quantization</a:t>
            </a:r>
            <a:r>
              <a:rPr lang="tr-TR" sz="1800" dirty="0">
                <a:ea typeface="+mn-lt"/>
                <a:cs typeface="+mn-lt"/>
              </a:rPr>
              <a:t> as </a:t>
            </a:r>
            <a:r>
              <a:rPr lang="tr-TR" sz="1800" dirty="0" err="1">
                <a:ea typeface="+mn-lt"/>
                <a:cs typeface="+mn-lt"/>
              </a:rPr>
              <a:t>no</a:t>
            </a:r>
            <a:r>
              <a:rPr lang="tr-TR" sz="1800" dirty="0">
                <a:ea typeface="+mn-lt"/>
                <a:cs typeface="+mn-lt"/>
              </a:rPr>
              <a:t> </a:t>
            </a:r>
            <a:r>
              <a:rPr lang="tr-TR" sz="1800" dirty="0" err="1">
                <a:ea typeface="+mn-lt"/>
                <a:cs typeface="+mn-lt"/>
              </a:rPr>
              <a:t>performance</a:t>
            </a:r>
            <a:r>
              <a:rPr lang="tr-TR" sz="1800" dirty="0">
                <a:ea typeface="+mn-lt"/>
                <a:cs typeface="+mn-lt"/>
              </a:rPr>
              <a:t> </a:t>
            </a:r>
            <a:r>
              <a:rPr lang="tr-TR" sz="1800" dirty="0" err="1">
                <a:ea typeface="+mn-lt"/>
                <a:cs typeface="+mn-lt"/>
              </a:rPr>
              <a:t>degradation</a:t>
            </a:r>
            <a:r>
              <a:rPr lang="tr-TR" sz="1800" dirty="0">
                <a:ea typeface="+mn-lt"/>
                <a:cs typeface="+mn-lt"/>
              </a:rPr>
              <a:t> is </a:t>
            </a:r>
            <a:r>
              <a:rPr lang="tr-TR" sz="1800" dirty="0" err="1">
                <a:ea typeface="+mn-lt"/>
                <a:cs typeface="+mn-lt"/>
              </a:rPr>
              <a:t>observed</a:t>
            </a:r>
            <a:r>
              <a:rPr lang="tr-TR" sz="1800" dirty="0">
                <a:ea typeface="+mn-lt"/>
                <a:cs typeface="+mn-lt"/>
              </a:rPr>
              <a:t> </a:t>
            </a:r>
            <a:r>
              <a:rPr lang="tr-TR" sz="1800" dirty="0" err="1">
                <a:ea typeface="+mn-lt"/>
                <a:cs typeface="+mn-lt"/>
              </a:rPr>
              <a:t>for</a:t>
            </a:r>
            <a:r>
              <a:rPr lang="tr-TR" sz="1800" dirty="0">
                <a:ea typeface="+mn-lt"/>
                <a:cs typeface="+mn-lt"/>
              </a:rPr>
              <a:t> 8-bit </a:t>
            </a:r>
            <a:r>
              <a:rPr lang="tr-TR" sz="1800" dirty="0" err="1">
                <a:ea typeface="+mn-lt"/>
                <a:cs typeface="+mn-lt"/>
              </a:rPr>
              <a:t>quantization</a:t>
            </a:r>
            <a:r>
              <a:rPr lang="tr-TR" sz="1800" dirty="0">
                <a:ea typeface="+mn-lt"/>
                <a:cs typeface="+mn-lt"/>
              </a:rPr>
              <a:t>,</a:t>
            </a:r>
            <a:endParaRPr lang="tr-TR" sz="1800" dirty="0">
              <a:solidFill>
                <a:srgbClr val="000000">
                  <a:alpha val="60000"/>
                </a:srgbClr>
              </a:solidFill>
              <a:ea typeface="+mn-lt"/>
              <a:cs typeface="+mn-lt"/>
            </a:endParaRPr>
          </a:p>
          <a:p>
            <a:pPr marL="359410" indent="-359410"/>
            <a:endParaRPr lang="tr-TR" sz="1800" dirty="0">
              <a:solidFill>
                <a:srgbClr val="000000">
                  <a:alpha val="60000"/>
                </a:srgbClr>
              </a:solidFill>
            </a:endParaRPr>
          </a:p>
          <a:p>
            <a:pPr marL="359410" indent="-359410"/>
            <a:r>
              <a:rPr lang="tr-TR" sz="1800" dirty="0">
                <a:ea typeface="+mn-lt"/>
                <a:cs typeface="+mn-lt"/>
              </a:rPr>
              <a:t>On </a:t>
            </a:r>
            <a:r>
              <a:rPr lang="tr-TR" sz="1800" dirty="0" err="1">
                <a:ea typeface="+mn-lt"/>
                <a:cs typeface="+mn-lt"/>
              </a:rPr>
              <a:t>average</a:t>
            </a:r>
            <a:r>
              <a:rPr lang="tr-TR" sz="1800" dirty="0">
                <a:ea typeface="+mn-lt"/>
                <a:cs typeface="+mn-lt"/>
              </a:rPr>
              <a:t>, </a:t>
            </a:r>
            <a:r>
              <a:rPr lang="tr-TR" sz="1800" dirty="0" err="1">
                <a:ea typeface="+mn-lt"/>
                <a:cs typeface="+mn-lt"/>
              </a:rPr>
              <a:t>for</a:t>
            </a:r>
            <a:r>
              <a:rPr lang="tr-TR" sz="1800" dirty="0">
                <a:ea typeface="+mn-lt"/>
                <a:cs typeface="+mn-lt"/>
              </a:rPr>
              <a:t> a </a:t>
            </a:r>
            <a:r>
              <a:rPr lang="tr-TR" sz="1800" dirty="0" err="1">
                <a:ea typeface="+mn-lt"/>
                <a:cs typeface="+mn-lt"/>
              </a:rPr>
              <a:t>blocksize</a:t>
            </a:r>
            <a:r>
              <a:rPr lang="tr-TR" sz="1800" dirty="0">
                <a:ea typeface="+mn-lt"/>
                <a:cs typeface="+mn-lt"/>
              </a:rPr>
              <a:t> of 64, </a:t>
            </a:r>
            <a:r>
              <a:rPr lang="tr-TR" sz="1800" dirty="0" err="1">
                <a:ea typeface="+mn-lt"/>
                <a:cs typeface="+mn-lt"/>
              </a:rPr>
              <a:t>this</a:t>
            </a:r>
            <a:r>
              <a:rPr lang="tr-TR" sz="1800" dirty="0">
                <a:ea typeface="+mn-lt"/>
                <a:cs typeface="+mn-lt"/>
              </a:rPr>
              <a:t> </a:t>
            </a:r>
            <a:r>
              <a:rPr lang="tr-TR" sz="1800" dirty="0" err="1">
                <a:ea typeface="+mn-lt"/>
                <a:cs typeface="+mn-lt"/>
              </a:rPr>
              <a:t>quantization</a:t>
            </a:r>
            <a:r>
              <a:rPr lang="tr-TR" sz="1800" dirty="0">
                <a:ea typeface="+mn-lt"/>
                <a:cs typeface="+mn-lt"/>
              </a:rPr>
              <a:t> </a:t>
            </a:r>
            <a:r>
              <a:rPr lang="tr-TR" sz="1800" dirty="0" err="1">
                <a:ea typeface="+mn-lt"/>
                <a:cs typeface="+mn-lt"/>
              </a:rPr>
              <a:t>reduces</a:t>
            </a:r>
            <a:r>
              <a:rPr lang="tr-TR" sz="1800" dirty="0">
                <a:ea typeface="+mn-lt"/>
                <a:cs typeface="+mn-lt"/>
              </a:rPr>
              <a:t> </a:t>
            </a:r>
            <a:r>
              <a:rPr lang="tr-TR" sz="1800" dirty="0" err="1">
                <a:ea typeface="+mn-lt"/>
                <a:cs typeface="+mn-lt"/>
              </a:rPr>
              <a:t>the</a:t>
            </a:r>
            <a:r>
              <a:rPr lang="tr-TR" sz="1800" dirty="0">
                <a:ea typeface="+mn-lt"/>
                <a:cs typeface="+mn-lt"/>
              </a:rPr>
              <a:t> </a:t>
            </a:r>
            <a:r>
              <a:rPr lang="tr-TR" sz="1800" dirty="0" err="1">
                <a:ea typeface="+mn-lt"/>
                <a:cs typeface="+mn-lt"/>
              </a:rPr>
              <a:t>memory</a:t>
            </a:r>
            <a:r>
              <a:rPr lang="tr-TR" sz="1800" dirty="0">
                <a:ea typeface="+mn-lt"/>
                <a:cs typeface="+mn-lt"/>
              </a:rPr>
              <a:t> </a:t>
            </a:r>
            <a:r>
              <a:rPr lang="tr-TR" sz="1800" dirty="0" err="1">
                <a:ea typeface="+mn-lt"/>
                <a:cs typeface="+mn-lt"/>
              </a:rPr>
              <a:t>footprint</a:t>
            </a:r>
            <a:r>
              <a:rPr lang="tr-TR" sz="1800" dirty="0">
                <a:ea typeface="+mn-lt"/>
                <a:cs typeface="+mn-lt"/>
              </a:rPr>
              <a:t> </a:t>
            </a:r>
            <a:r>
              <a:rPr lang="tr-TR" sz="1800" dirty="0" err="1">
                <a:ea typeface="+mn-lt"/>
                <a:cs typeface="+mn-lt"/>
              </a:rPr>
              <a:t>per</a:t>
            </a:r>
            <a:r>
              <a:rPr lang="tr-TR" sz="1800" dirty="0">
                <a:ea typeface="+mn-lt"/>
                <a:cs typeface="+mn-lt"/>
              </a:rPr>
              <a:t> </a:t>
            </a:r>
            <a:r>
              <a:rPr lang="tr-TR" sz="1800" dirty="0" err="1">
                <a:ea typeface="+mn-lt"/>
                <a:cs typeface="+mn-lt"/>
              </a:rPr>
              <a:t>parameter</a:t>
            </a:r>
            <a:r>
              <a:rPr lang="tr-TR" sz="1800" dirty="0">
                <a:ea typeface="+mn-lt"/>
                <a:cs typeface="+mn-lt"/>
              </a:rPr>
              <a:t> </a:t>
            </a:r>
            <a:br>
              <a:rPr lang="tr-TR" sz="1800" dirty="0">
                <a:ea typeface="+mn-lt"/>
                <a:cs typeface="+mn-lt"/>
              </a:rPr>
            </a:br>
            <a:r>
              <a:rPr lang="tr-TR" sz="1800" dirty="0" err="1">
                <a:ea typeface="+mn-lt"/>
                <a:cs typeface="+mn-lt"/>
              </a:rPr>
              <a:t>from</a:t>
            </a:r>
            <a:r>
              <a:rPr lang="tr-TR" sz="1800" dirty="0">
                <a:ea typeface="+mn-lt"/>
                <a:cs typeface="+mn-lt"/>
              </a:rPr>
              <a:t> 32/64 = 0.5 </a:t>
            </a:r>
            <a:r>
              <a:rPr lang="tr-TR" sz="1800" dirty="0" err="1">
                <a:ea typeface="+mn-lt"/>
                <a:cs typeface="+mn-lt"/>
              </a:rPr>
              <a:t>bits</a:t>
            </a:r>
            <a:r>
              <a:rPr lang="tr-TR" sz="1800" dirty="0">
                <a:ea typeface="+mn-lt"/>
                <a:cs typeface="+mn-lt"/>
              </a:rPr>
              <a:t>, </a:t>
            </a:r>
            <a:br>
              <a:rPr lang="tr-TR" sz="1800" dirty="0">
                <a:ea typeface="+mn-lt"/>
                <a:cs typeface="+mn-lt"/>
              </a:rPr>
            </a:br>
            <a:r>
              <a:rPr lang="tr-TR" sz="1800" dirty="0" err="1">
                <a:ea typeface="+mn-lt"/>
                <a:cs typeface="+mn-lt"/>
              </a:rPr>
              <a:t>to</a:t>
            </a:r>
            <a:r>
              <a:rPr lang="tr-TR" sz="1800" dirty="0">
                <a:ea typeface="+mn-lt"/>
                <a:cs typeface="+mn-lt"/>
              </a:rPr>
              <a:t> 8/64 + 32/(64 · 256) = 0.127 </a:t>
            </a:r>
            <a:r>
              <a:rPr lang="tr-TR" sz="1800" dirty="0" err="1">
                <a:ea typeface="+mn-lt"/>
                <a:cs typeface="+mn-lt"/>
              </a:rPr>
              <a:t>bits</a:t>
            </a:r>
            <a:r>
              <a:rPr lang="tr-TR" sz="1800" dirty="0">
                <a:ea typeface="+mn-lt"/>
                <a:cs typeface="+mn-lt"/>
              </a:rPr>
              <a:t>, </a:t>
            </a:r>
            <a:br>
              <a:rPr lang="tr-TR" sz="1800" dirty="0">
                <a:ea typeface="+mn-lt"/>
                <a:cs typeface="+mn-lt"/>
              </a:rPr>
            </a:br>
            <a:r>
              <a:rPr lang="tr-TR" sz="1800" dirty="0">
                <a:ea typeface="+mn-lt"/>
                <a:cs typeface="+mn-lt"/>
              </a:rPr>
              <a:t>a </a:t>
            </a:r>
            <a:r>
              <a:rPr lang="tr-TR" sz="1800" dirty="0" err="1">
                <a:ea typeface="+mn-lt"/>
                <a:cs typeface="+mn-lt"/>
              </a:rPr>
              <a:t>reduction</a:t>
            </a:r>
            <a:r>
              <a:rPr lang="tr-TR" sz="1800" dirty="0">
                <a:ea typeface="+mn-lt"/>
                <a:cs typeface="+mn-lt"/>
              </a:rPr>
              <a:t> of 0.373 </a:t>
            </a:r>
            <a:r>
              <a:rPr lang="tr-TR" sz="1800" dirty="0" err="1">
                <a:ea typeface="+mn-lt"/>
                <a:cs typeface="+mn-lt"/>
              </a:rPr>
              <a:t>bits</a:t>
            </a:r>
            <a:r>
              <a:rPr lang="tr-TR" sz="1800" dirty="0">
                <a:ea typeface="+mn-lt"/>
                <a:cs typeface="+mn-lt"/>
              </a:rPr>
              <a:t> </a:t>
            </a:r>
            <a:r>
              <a:rPr lang="tr-TR" sz="1800" dirty="0" err="1">
                <a:ea typeface="+mn-lt"/>
                <a:cs typeface="+mn-lt"/>
              </a:rPr>
              <a:t>per</a:t>
            </a:r>
            <a:r>
              <a:rPr lang="tr-TR" sz="1800" dirty="0">
                <a:ea typeface="+mn-lt"/>
                <a:cs typeface="+mn-lt"/>
              </a:rPr>
              <a:t> </a:t>
            </a:r>
            <a:r>
              <a:rPr lang="tr-TR" sz="1800" dirty="0" err="1">
                <a:ea typeface="+mn-lt"/>
                <a:cs typeface="+mn-lt"/>
              </a:rPr>
              <a:t>parameter</a:t>
            </a:r>
            <a:r>
              <a:rPr lang="tr-TR" sz="1800" dirty="0">
                <a:ea typeface="+mn-lt"/>
                <a:cs typeface="+mn-lt"/>
              </a:rPr>
              <a:t>.</a:t>
            </a:r>
            <a:endParaRPr lang="tr-TR" sz="1800" dirty="0">
              <a:solidFill>
                <a:srgbClr val="000000">
                  <a:alpha val="60000"/>
                </a:srgbClr>
              </a:solidFill>
            </a:endParaRPr>
          </a:p>
        </p:txBody>
      </p:sp>
    </p:spTree>
    <p:extLst>
      <p:ext uri="{BB962C8B-B14F-4D97-AF65-F5344CB8AC3E}">
        <p14:creationId xmlns:p14="http://schemas.microsoft.com/office/powerpoint/2010/main" val="882649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E76AF95-F450-C707-EA87-6746D875FF67}"/>
              </a:ext>
            </a:extLst>
          </p:cNvPr>
          <p:cNvSpPr>
            <a:spLocks noGrp="1"/>
          </p:cNvSpPr>
          <p:nvPr>
            <p:ph type="title"/>
          </p:nvPr>
        </p:nvSpPr>
        <p:spPr>
          <a:xfrm>
            <a:off x="552520" y="151449"/>
            <a:ext cx="8800960" cy="858836"/>
          </a:xfrm>
        </p:spPr>
        <p:txBody>
          <a:bodyPr/>
          <a:lstStyle/>
          <a:p>
            <a:r>
              <a:rPr lang="tr-TR"/>
              <a:t>                           The Innovation 3:</a:t>
            </a:r>
            <a:r>
              <a:rPr lang="tr-TR" dirty="0">
                <a:ea typeface="+mj-lt"/>
                <a:cs typeface="+mj-lt"/>
              </a:rPr>
              <a:t> Paged Optimizers</a:t>
            </a:r>
            <a:endParaRPr lang="tr-TR" dirty="0"/>
          </a:p>
        </p:txBody>
      </p:sp>
      <p:sp>
        <p:nvSpPr>
          <p:cNvPr id="3" name="İçerik Yer Tutucusu 2">
            <a:extLst>
              <a:ext uri="{FF2B5EF4-FFF2-40B4-BE49-F238E27FC236}">
                <a16:creationId xmlns:a16="http://schemas.microsoft.com/office/drawing/2014/main" id="{63B203F4-F111-077A-BEF8-7499648EBD2F}"/>
              </a:ext>
            </a:extLst>
          </p:cNvPr>
          <p:cNvSpPr>
            <a:spLocks noGrp="1"/>
          </p:cNvSpPr>
          <p:nvPr>
            <p:ph idx="1"/>
          </p:nvPr>
        </p:nvSpPr>
        <p:spPr>
          <a:xfrm>
            <a:off x="552520" y="2102485"/>
            <a:ext cx="10213200" cy="1317311"/>
          </a:xfrm>
        </p:spPr>
        <p:txBody>
          <a:bodyPr vert="horz" lIns="91440" tIns="45720" rIns="91440" bIns="45720" rtlCol="0" anchor="t">
            <a:normAutofit/>
          </a:bodyPr>
          <a:lstStyle/>
          <a:p>
            <a:pPr marL="0" indent="0">
              <a:buNone/>
            </a:pPr>
            <a:r>
              <a:rPr lang="tr-TR" sz="1600" b="1">
                <a:ea typeface="+mn-lt"/>
                <a:cs typeface="+mn-lt"/>
              </a:rPr>
              <a:t>Solution</a:t>
            </a:r>
            <a:r>
              <a:rPr lang="tr-TR" sz="1600">
                <a:ea typeface="+mn-lt"/>
                <a:cs typeface="+mn-lt"/>
              </a:rPr>
              <a:t>:Paged Optimizers use the NVIDIA unified memory feature which does automatic page-to-page transfers between the CPU and GPU for error-free GPU processing in the scenario where the GPU occasionally runs out-of-memory.</a:t>
            </a:r>
            <a:endParaRPr lang="tr-TR"/>
          </a:p>
          <a:p>
            <a:pPr marL="0" indent="0">
              <a:buNone/>
            </a:pPr>
            <a:endParaRPr lang="tr-TR" sz="1600" dirty="0">
              <a:ea typeface="+mn-lt"/>
              <a:cs typeface="+mn-lt"/>
            </a:endParaRPr>
          </a:p>
          <a:p>
            <a:pPr marL="0" indent="0">
              <a:buNone/>
            </a:pPr>
            <a:endParaRPr lang="tr-TR" sz="1600" dirty="0">
              <a:solidFill>
                <a:srgbClr val="000000">
                  <a:alpha val="60000"/>
                </a:srgbClr>
              </a:solidFill>
              <a:ea typeface="+mn-lt"/>
              <a:cs typeface="+mn-lt"/>
            </a:endParaRPr>
          </a:p>
        </p:txBody>
      </p:sp>
      <p:pic>
        <p:nvPicPr>
          <p:cNvPr id="4" name="Resim 3" descr="metin, diyagram, ekran görüntüsü, yazı tipi içeren bir resim&#10;&#10;Yapay zeka tarafından oluşturulmuş içerik yanlış olabilir.">
            <a:extLst>
              <a:ext uri="{FF2B5EF4-FFF2-40B4-BE49-F238E27FC236}">
                <a16:creationId xmlns:a16="http://schemas.microsoft.com/office/drawing/2014/main" id="{6DF46CCD-4779-4AE4-11B3-8AEEC5906D05}"/>
              </a:ext>
            </a:extLst>
          </p:cNvPr>
          <p:cNvPicPr>
            <a:picLocks noChangeAspect="1"/>
          </p:cNvPicPr>
          <p:nvPr/>
        </p:nvPicPr>
        <p:blipFill>
          <a:blip r:embed="rId2"/>
          <a:stretch>
            <a:fillRect/>
          </a:stretch>
        </p:blipFill>
        <p:spPr>
          <a:xfrm>
            <a:off x="7766685" y="3009900"/>
            <a:ext cx="3465830" cy="3845560"/>
          </a:xfrm>
          <a:prstGeom prst="rect">
            <a:avLst/>
          </a:prstGeom>
        </p:spPr>
      </p:pic>
      <p:sp>
        <p:nvSpPr>
          <p:cNvPr id="5" name="Metin kutusu 4">
            <a:extLst>
              <a:ext uri="{FF2B5EF4-FFF2-40B4-BE49-F238E27FC236}">
                <a16:creationId xmlns:a16="http://schemas.microsoft.com/office/drawing/2014/main" id="{34886407-BB70-C578-718B-A906C18863BB}"/>
              </a:ext>
            </a:extLst>
          </p:cNvPr>
          <p:cNvSpPr txBox="1"/>
          <p:nvPr/>
        </p:nvSpPr>
        <p:spPr>
          <a:xfrm>
            <a:off x="547764" y="1544106"/>
            <a:ext cx="804277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1600">
                <a:solidFill>
                  <a:srgbClr val="0D0D0D"/>
                </a:solidFill>
              </a:rPr>
              <a:t>Problem: GPU memory spikes during training can cause crashes (OOM)</a:t>
            </a:r>
            <a:endParaRPr lang="tr-TR"/>
          </a:p>
        </p:txBody>
      </p:sp>
      <p:sp>
        <p:nvSpPr>
          <p:cNvPr id="6" name="Metin kutusu 5">
            <a:extLst>
              <a:ext uri="{FF2B5EF4-FFF2-40B4-BE49-F238E27FC236}">
                <a16:creationId xmlns:a16="http://schemas.microsoft.com/office/drawing/2014/main" id="{818C6E55-8B81-2870-FE84-CA3EB076484E}"/>
              </a:ext>
            </a:extLst>
          </p:cNvPr>
          <p:cNvSpPr txBox="1"/>
          <p:nvPr/>
        </p:nvSpPr>
        <p:spPr>
          <a:xfrm>
            <a:off x="557148" y="3426036"/>
            <a:ext cx="6413196" cy="30982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spcBef>
                <a:spcPts val="1000"/>
              </a:spcBef>
            </a:pPr>
            <a:endParaRPr lang="tr-TR" sz="1600" dirty="0">
              <a:solidFill>
                <a:srgbClr val="575B5B"/>
              </a:solidFill>
            </a:endParaRPr>
          </a:p>
          <a:p>
            <a:pPr>
              <a:lnSpc>
                <a:spcPct val="150000"/>
              </a:lnSpc>
              <a:spcBef>
                <a:spcPts val="1000"/>
              </a:spcBef>
            </a:pPr>
            <a:endParaRPr lang="tr-TR" sz="1600" dirty="0">
              <a:solidFill>
                <a:srgbClr val="575B5B"/>
              </a:solidFill>
            </a:endParaRPr>
          </a:p>
          <a:p>
            <a:pPr marL="342900" indent="-342900">
              <a:lnSpc>
                <a:spcPct val="150000"/>
              </a:lnSpc>
              <a:spcBef>
                <a:spcPts val="1000"/>
              </a:spcBef>
              <a:buAutoNum type="arabicPeriod"/>
            </a:pPr>
            <a:r>
              <a:rPr lang="tr-TR" sz="1600">
                <a:solidFill>
                  <a:srgbClr val="575B5B"/>
                </a:solidFill>
                <a:ea typeface="+mn-lt"/>
                <a:cs typeface="+mn-lt"/>
              </a:rPr>
              <a:t>Optimizer states are evicted to CPU RAM</a:t>
            </a:r>
          </a:p>
          <a:p>
            <a:pPr marL="342900" indent="-342900">
              <a:lnSpc>
                <a:spcPct val="150000"/>
              </a:lnSpc>
              <a:spcBef>
                <a:spcPts val="1000"/>
              </a:spcBef>
              <a:buAutoNum type="arabicPeriod"/>
            </a:pPr>
            <a:r>
              <a:rPr lang="tr-TR" sz="1600">
                <a:solidFill>
                  <a:srgbClr val="575B5B"/>
                </a:solidFill>
              </a:rPr>
              <a:t>Optimizer states are stored on CPU RAM(Idle)</a:t>
            </a:r>
            <a:endParaRPr lang="tr-TR" sz="1600" dirty="0">
              <a:solidFill>
                <a:srgbClr val="575B5B"/>
              </a:solidFill>
            </a:endParaRPr>
          </a:p>
          <a:p>
            <a:pPr marL="342900" indent="-342900">
              <a:lnSpc>
                <a:spcPct val="150000"/>
              </a:lnSpc>
              <a:spcBef>
                <a:spcPts val="1000"/>
              </a:spcBef>
              <a:buAutoNum type="arabicPeriod"/>
            </a:pPr>
            <a:r>
              <a:rPr lang="tr-TR" sz="1600">
                <a:solidFill>
                  <a:srgbClr val="575B5B"/>
                </a:solidFill>
              </a:rPr>
              <a:t>Optimizer state is  paged back into GPU memory when it is needed in the optimizer update step</a:t>
            </a:r>
            <a:endParaRPr lang="tr-TR" sz="1600" dirty="0">
              <a:solidFill>
                <a:srgbClr val="575B5B"/>
              </a:solidFill>
            </a:endParaRPr>
          </a:p>
          <a:p>
            <a:pPr algn="l"/>
            <a:endParaRPr lang="tr-TR" dirty="0">
              <a:solidFill>
                <a:srgbClr val="575B5B"/>
              </a:solidFill>
            </a:endParaRPr>
          </a:p>
        </p:txBody>
      </p:sp>
      <p:sp>
        <p:nvSpPr>
          <p:cNvPr id="7" name="Metin kutusu 6">
            <a:extLst>
              <a:ext uri="{FF2B5EF4-FFF2-40B4-BE49-F238E27FC236}">
                <a16:creationId xmlns:a16="http://schemas.microsoft.com/office/drawing/2014/main" id="{1D25E5BA-709D-B3D1-1598-4F9CE2C60D75}"/>
              </a:ext>
            </a:extLst>
          </p:cNvPr>
          <p:cNvSpPr txBox="1"/>
          <p:nvPr/>
        </p:nvSpPr>
        <p:spPr>
          <a:xfrm>
            <a:off x="548369" y="3843228"/>
            <a:ext cx="456406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tr-TR" sz="1600">
                <a:solidFill>
                  <a:srgbClr val="575B5B"/>
                </a:solidFill>
              </a:rPr>
              <a:t>When the GPU runs out-of-memory:</a:t>
            </a:r>
            <a:endParaRPr lang="tr-TR"/>
          </a:p>
        </p:txBody>
      </p:sp>
    </p:spTree>
    <p:extLst>
      <p:ext uri="{BB962C8B-B14F-4D97-AF65-F5344CB8AC3E}">
        <p14:creationId xmlns:p14="http://schemas.microsoft.com/office/powerpoint/2010/main" val="350249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EED6348-AD2D-9342-CB0D-B67C0EB1416F}"/>
              </a:ext>
            </a:extLst>
          </p:cNvPr>
          <p:cNvSpPr>
            <a:spLocks noGrp="1"/>
          </p:cNvSpPr>
          <p:nvPr>
            <p:ph type="title"/>
          </p:nvPr>
        </p:nvSpPr>
        <p:spPr/>
        <p:txBody>
          <a:bodyPr/>
          <a:lstStyle/>
          <a:p>
            <a:r>
              <a:rPr lang="tr-TR"/>
              <a:t>                   Used Data Type:  Brain Float  (BF16)</a:t>
            </a:r>
          </a:p>
        </p:txBody>
      </p:sp>
      <p:sp>
        <p:nvSpPr>
          <p:cNvPr id="3" name="İçerik Yer Tutucusu 2">
            <a:extLst>
              <a:ext uri="{FF2B5EF4-FFF2-40B4-BE49-F238E27FC236}">
                <a16:creationId xmlns:a16="http://schemas.microsoft.com/office/drawing/2014/main" id="{CD76D412-9A26-5DB8-03AD-4DBF44812141}"/>
              </a:ext>
            </a:extLst>
          </p:cNvPr>
          <p:cNvSpPr>
            <a:spLocks noGrp="1"/>
          </p:cNvSpPr>
          <p:nvPr>
            <p:ph idx="1"/>
          </p:nvPr>
        </p:nvSpPr>
        <p:spPr/>
        <p:txBody>
          <a:bodyPr vert="horz" lIns="91440" tIns="45720" rIns="91440" bIns="45720" rtlCol="0" anchor="t">
            <a:normAutofit/>
          </a:bodyPr>
          <a:lstStyle/>
          <a:p>
            <a:pPr marL="0" indent="0">
              <a:buNone/>
            </a:pPr>
            <a:r>
              <a:rPr lang="tr-TR" dirty="0">
                <a:solidFill>
                  <a:srgbClr val="000000">
                    <a:alpha val="60000"/>
                  </a:srgbClr>
                </a:solidFill>
                <a:latin typeface="Avenir Next LT Pro"/>
              </a:rPr>
              <a:t>Bfloat16</a:t>
            </a:r>
            <a:r>
              <a:rPr lang="tr-TR">
                <a:ea typeface="+mn-lt"/>
                <a:cs typeface="+mn-lt"/>
              </a:rPr>
              <a:t> is a 16-bit, base 2 storage format that allocates 7 bits for the significand and 8 bits for the exponent. It contrasts with the IEEE fp16 (half precision) format, which allocates 10 bits for the significand but only 5 bits for the exponent.</a:t>
            </a:r>
            <a:endParaRPr lang="tr-TR">
              <a:solidFill>
                <a:srgbClr val="000000">
                  <a:alpha val="60000"/>
                </a:srgbClr>
              </a:solidFill>
              <a:latin typeface="Avenir Next LT Pro"/>
            </a:endParaRPr>
          </a:p>
        </p:txBody>
      </p:sp>
      <p:pic>
        <p:nvPicPr>
          <p:cNvPr id="5" name="Resim 4" descr="What Is Bfloat16 Arithmetic? – Nick Higham">
            <a:extLst>
              <a:ext uri="{FF2B5EF4-FFF2-40B4-BE49-F238E27FC236}">
                <a16:creationId xmlns:a16="http://schemas.microsoft.com/office/drawing/2014/main" id="{B626FC10-FBD7-D148-E1CF-1DED747E0B34}"/>
              </a:ext>
            </a:extLst>
          </p:cNvPr>
          <p:cNvPicPr>
            <a:picLocks noChangeAspect="1"/>
          </p:cNvPicPr>
          <p:nvPr/>
        </p:nvPicPr>
        <p:blipFill>
          <a:blip r:embed="rId2"/>
          <a:stretch>
            <a:fillRect/>
          </a:stretch>
        </p:blipFill>
        <p:spPr>
          <a:xfrm>
            <a:off x="2536371" y="3550649"/>
            <a:ext cx="7119256" cy="2761160"/>
          </a:xfrm>
          <a:prstGeom prst="rect">
            <a:avLst/>
          </a:prstGeom>
        </p:spPr>
      </p:pic>
      <p:sp>
        <p:nvSpPr>
          <p:cNvPr id="6" name="Metin kutusu 5">
            <a:extLst>
              <a:ext uri="{FF2B5EF4-FFF2-40B4-BE49-F238E27FC236}">
                <a16:creationId xmlns:a16="http://schemas.microsoft.com/office/drawing/2014/main" id="{59DBA3D9-29F1-E062-6AE0-FC2A5D1B78B1}"/>
              </a:ext>
            </a:extLst>
          </p:cNvPr>
          <p:cNvSpPr txBox="1"/>
          <p:nvPr/>
        </p:nvSpPr>
        <p:spPr>
          <a:xfrm>
            <a:off x="3326750" y="6318200"/>
            <a:ext cx="72377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tr-TR" sz="1400" dirty="0">
                <a:ea typeface="+mn-lt"/>
                <a:cs typeface="+mn-lt"/>
              </a:rPr>
              <a:t>https://nhigham.com/2020/06/02/what-is-bfloat16-arithmetic/</a:t>
            </a:r>
            <a:endParaRPr lang="tr-TR" sz="1400"/>
          </a:p>
        </p:txBody>
      </p:sp>
    </p:spTree>
    <p:extLst>
      <p:ext uri="{BB962C8B-B14F-4D97-AF65-F5344CB8AC3E}">
        <p14:creationId xmlns:p14="http://schemas.microsoft.com/office/powerpoint/2010/main" val="3582126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62B17B9-F76F-F38C-5444-EF130DBF9D47}"/>
              </a:ext>
            </a:extLst>
          </p:cNvPr>
          <p:cNvSpPr>
            <a:spLocks noGrp="1"/>
          </p:cNvSpPr>
          <p:nvPr>
            <p:ph type="title"/>
          </p:nvPr>
        </p:nvSpPr>
        <p:spPr/>
        <p:txBody>
          <a:bodyPr/>
          <a:lstStyle/>
          <a:p>
            <a:r>
              <a:rPr lang="tr-TR"/>
              <a:t>                        The Result: QLoRA</a:t>
            </a:r>
          </a:p>
        </p:txBody>
      </p:sp>
      <p:sp>
        <p:nvSpPr>
          <p:cNvPr id="3" name="İçerik Yer Tutucusu 2">
            <a:extLst>
              <a:ext uri="{FF2B5EF4-FFF2-40B4-BE49-F238E27FC236}">
                <a16:creationId xmlns:a16="http://schemas.microsoft.com/office/drawing/2014/main" id="{F1AAFDA1-DCB4-ECBE-8EC7-06DA219961F7}"/>
              </a:ext>
            </a:extLst>
          </p:cNvPr>
          <p:cNvSpPr>
            <a:spLocks noGrp="1"/>
          </p:cNvSpPr>
          <p:nvPr>
            <p:ph idx="1"/>
          </p:nvPr>
        </p:nvSpPr>
        <p:spPr/>
        <p:txBody>
          <a:bodyPr vert="horz" lIns="91440" tIns="45720" rIns="91440" bIns="45720" rtlCol="0" anchor="t">
            <a:normAutofit/>
          </a:bodyPr>
          <a:lstStyle/>
          <a:p>
            <a:pPr marL="359410" indent="-359410"/>
            <a:r>
              <a:rPr lang="tr-TR">
                <a:ea typeface="+mn-lt"/>
                <a:cs typeface="+mn-lt"/>
              </a:rPr>
              <a:t>Combining the components described (NF4, DQ, Paged Optimizers),QLoRA is defined as the following equation:</a:t>
            </a:r>
          </a:p>
        </p:txBody>
      </p:sp>
      <p:pic>
        <p:nvPicPr>
          <p:cNvPr id="5" name="Resim 4" descr="metin, yazı tipi, beyaz, cebir içeren bir resim&#10;&#10;Yapay zeka tarafından oluşturulmuş içerik yanlış olabilir.">
            <a:extLst>
              <a:ext uri="{FF2B5EF4-FFF2-40B4-BE49-F238E27FC236}">
                <a16:creationId xmlns:a16="http://schemas.microsoft.com/office/drawing/2014/main" id="{1A3091C6-2B29-DE4F-E702-112FD2AE03AE}"/>
              </a:ext>
            </a:extLst>
          </p:cNvPr>
          <p:cNvPicPr>
            <a:picLocks noChangeAspect="1"/>
          </p:cNvPicPr>
          <p:nvPr/>
        </p:nvPicPr>
        <p:blipFill>
          <a:blip r:embed="rId2"/>
          <a:stretch>
            <a:fillRect/>
          </a:stretch>
        </p:blipFill>
        <p:spPr>
          <a:xfrm>
            <a:off x="1525050" y="2847168"/>
            <a:ext cx="8315325" cy="1447800"/>
          </a:xfrm>
          <a:prstGeom prst="rect">
            <a:avLst/>
          </a:prstGeom>
        </p:spPr>
      </p:pic>
      <p:sp>
        <p:nvSpPr>
          <p:cNvPr id="6" name="Metin kutusu 5">
            <a:extLst>
              <a:ext uri="{FF2B5EF4-FFF2-40B4-BE49-F238E27FC236}">
                <a16:creationId xmlns:a16="http://schemas.microsoft.com/office/drawing/2014/main" id="{9C035C6B-0925-34E8-790D-94BFBD03E857}"/>
              </a:ext>
            </a:extLst>
          </p:cNvPr>
          <p:cNvSpPr txBox="1"/>
          <p:nvPr/>
        </p:nvSpPr>
        <p:spPr>
          <a:xfrm>
            <a:off x="988250" y="4717494"/>
            <a:ext cx="989258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tr-TR">
                <a:solidFill>
                  <a:srgbClr val="575B5B"/>
                </a:solidFill>
                <a:ea typeface="+mn-lt"/>
                <a:cs typeface="+mn-lt"/>
              </a:rPr>
              <a:t>QLoRA has one storage data type (usually 4-bit NormalFloat) and a computation data type (16-bit BrainFloat). </a:t>
            </a:r>
            <a:endParaRPr lang="tr-TR"/>
          </a:p>
          <a:p>
            <a:pPr marL="285750" indent="-285750">
              <a:buFont typeface="Arial"/>
              <a:buChar char="•"/>
            </a:pPr>
            <a:r>
              <a:rPr lang="tr-TR">
                <a:solidFill>
                  <a:srgbClr val="575B5B"/>
                </a:solidFill>
                <a:ea typeface="+mn-lt"/>
                <a:cs typeface="+mn-lt"/>
              </a:rPr>
              <a:t>We dequantize the storage data type (NF4) to the computation data (BF16) type to perform the forward and backward pass, but we only compute weight gradients for the LoRA parameters which use 16-bit BrainFloat</a:t>
            </a:r>
            <a:endParaRPr lang="tr-TR">
              <a:solidFill>
                <a:srgbClr val="575B5B"/>
              </a:solidFill>
            </a:endParaRPr>
          </a:p>
        </p:txBody>
      </p:sp>
    </p:spTree>
    <p:extLst>
      <p:ext uri="{BB962C8B-B14F-4D97-AF65-F5344CB8AC3E}">
        <p14:creationId xmlns:p14="http://schemas.microsoft.com/office/powerpoint/2010/main" val="301900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40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8AE59CB-942A-BFEE-B65B-14D1F87A676E}"/>
              </a:ext>
            </a:extLst>
          </p:cNvPr>
          <p:cNvSpPr>
            <a:spLocks noGrp="1"/>
          </p:cNvSpPr>
          <p:nvPr>
            <p:ph type="title"/>
          </p:nvPr>
        </p:nvSpPr>
        <p:spPr>
          <a:xfrm>
            <a:off x="989400" y="202249"/>
            <a:ext cx="10213200" cy="594676"/>
          </a:xfrm>
        </p:spPr>
        <p:txBody>
          <a:bodyPr/>
          <a:lstStyle/>
          <a:p>
            <a:r>
              <a:rPr lang="tr-TR"/>
              <a:t>          </a:t>
            </a:r>
            <a:r>
              <a:rPr lang="tr-TR">
                <a:ea typeface="+mj-lt"/>
                <a:cs typeface="+mj-lt"/>
              </a:rPr>
              <a:t>Ablation Study: Efficacy of 4-bit NormalFloat (NF4)</a:t>
            </a:r>
            <a:endParaRPr lang="tr-TR"/>
          </a:p>
        </p:txBody>
      </p:sp>
      <p:sp>
        <p:nvSpPr>
          <p:cNvPr id="3" name="İçerik Yer Tutucusu 2">
            <a:extLst>
              <a:ext uri="{FF2B5EF4-FFF2-40B4-BE49-F238E27FC236}">
                <a16:creationId xmlns:a16="http://schemas.microsoft.com/office/drawing/2014/main" id="{F6FCECA9-9E74-C9AC-DA3A-721EE914AB7D}"/>
              </a:ext>
            </a:extLst>
          </p:cNvPr>
          <p:cNvSpPr>
            <a:spLocks noGrp="1"/>
          </p:cNvSpPr>
          <p:nvPr>
            <p:ph idx="1"/>
          </p:nvPr>
        </p:nvSpPr>
        <p:spPr/>
        <p:txBody>
          <a:bodyPr vert="horz" lIns="91440" tIns="45720" rIns="91440" bIns="45720" rtlCol="0" anchor="t">
            <a:normAutofit/>
          </a:bodyPr>
          <a:lstStyle/>
          <a:p>
            <a:pPr marL="0" indent="0">
              <a:buNone/>
            </a:pPr>
            <a:r>
              <a:rPr lang="tr-TR" b="1">
                <a:solidFill>
                  <a:srgbClr val="000000">
                    <a:alpha val="60000"/>
                  </a:srgbClr>
                </a:solidFill>
              </a:rPr>
              <a:t>Question:</a:t>
            </a:r>
            <a:r>
              <a:rPr lang="tr-TR">
                <a:solidFill>
                  <a:srgbClr val="000000">
                    <a:alpha val="60000"/>
                  </a:srgbClr>
                </a:solidFill>
              </a:rPr>
              <a:t>Why did we use NF4 format and not Floating Point 4-bit or Integer 4-bit</a:t>
            </a:r>
            <a:endParaRPr lang="tr-TR" dirty="0">
              <a:solidFill>
                <a:srgbClr val="000000">
                  <a:alpha val="60000"/>
                </a:srgbClr>
              </a:solidFill>
            </a:endParaRPr>
          </a:p>
          <a:p>
            <a:pPr marL="359410" indent="-359410"/>
            <a:r>
              <a:rPr lang="tr-TR">
                <a:solidFill>
                  <a:srgbClr val="000000">
                    <a:alpha val="60000"/>
                  </a:srgbClr>
                </a:solidFill>
              </a:rPr>
              <a:t>In the following Table it is seen that NF4 outperforms INT4 and FP4 in quantization precision</a:t>
            </a:r>
            <a:endParaRPr lang="tr-TR" dirty="0">
              <a:solidFill>
                <a:srgbClr val="000000">
                  <a:alpha val="60000"/>
                </a:srgbClr>
              </a:solidFill>
            </a:endParaRPr>
          </a:p>
        </p:txBody>
      </p:sp>
      <p:pic>
        <p:nvPicPr>
          <p:cNvPr id="5" name="Resim 4" descr="metin, yazı tipi, ekran görüntüsü, sayı, numara içeren bir resim&#10;&#10;Yapay zeka tarafından oluşturulmuş içerik yanlış olabilir.">
            <a:extLst>
              <a:ext uri="{FF2B5EF4-FFF2-40B4-BE49-F238E27FC236}">
                <a16:creationId xmlns:a16="http://schemas.microsoft.com/office/drawing/2014/main" id="{CAAF15DE-F82E-4A72-9DFA-FFAEE7B50336}"/>
              </a:ext>
            </a:extLst>
          </p:cNvPr>
          <p:cNvPicPr>
            <a:picLocks noChangeAspect="1"/>
          </p:cNvPicPr>
          <p:nvPr/>
        </p:nvPicPr>
        <p:blipFill>
          <a:blip r:embed="rId2"/>
          <a:stretch>
            <a:fillRect/>
          </a:stretch>
        </p:blipFill>
        <p:spPr>
          <a:xfrm>
            <a:off x="4071534" y="3429022"/>
            <a:ext cx="3800590" cy="3424526"/>
          </a:xfrm>
          <a:prstGeom prst="rect">
            <a:avLst/>
          </a:prstGeom>
        </p:spPr>
      </p:pic>
    </p:spTree>
    <p:extLst>
      <p:ext uri="{BB962C8B-B14F-4D97-AF65-F5344CB8AC3E}">
        <p14:creationId xmlns:p14="http://schemas.microsoft.com/office/powerpoint/2010/main" val="333152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FF486C9-2336-C9B8-F433-2D3C308D5BBA}"/>
              </a:ext>
            </a:extLst>
          </p:cNvPr>
          <p:cNvSpPr>
            <a:spLocks noGrp="1"/>
          </p:cNvSpPr>
          <p:nvPr>
            <p:ph type="title"/>
          </p:nvPr>
        </p:nvSpPr>
        <p:spPr>
          <a:xfrm>
            <a:off x="1111320" y="283529"/>
            <a:ext cx="10213200" cy="574356"/>
          </a:xfrm>
        </p:spPr>
        <p:txBody>
          <a:bodyPr>
            <a:normAutofit fontScale="90000"/>
          </a:bodyPr>
          <a:lstStyle/>
          <a:p>
            <a:r>
              <a:rPr lang="tr-TR">
                <a:ea typeface="+mj-lt"/>
                <a:cs typeface="+mj-lt"/>
              </a:rPr>
              <a:t>        Recovering Full 16-bit Performance with 4-bit QLoRA</a:t>
            </a:r>
          </a:p>
        </p:txBody>
      </p:sp>
      <p:sp>
        <p:nvSpPr>
          <p:cNvPr id="3" name="İçerik Yer Tutucusu 2">
            <a:extLst>
              <a:ext uri="{FF2B5EF4-FFF2-40B4-BE49-F238E27FC236}">
                <a16:creationId xmlns:a16="http://schemas.microsoft.com/office/drawing/2014/main" id="{CFB84506-27C3-D577-6C65-03F7E31C92BE}"/>
              </a:ext>
            </a:extLst>
          </p:cNvPr>
          <p:cNvSpPr>
            <a:spLocks noGrp="1"/>
          </p:cNvSpPr>
          <p:nvPr>
            <p:ph idx="1"/>
          </p:nvPr>
        </p:nvSpPr>
        <p:spPr/>
        <p:txBody>
          <a:bodyPr vert="horz" lIns="91440" tIns="45720" rIns="91440" bIns="45720" rtlCol="0" anchor="t">
            <a:normAutofit/>
          </a:bodyPr>
          <a:lstStyle/>
          <a:p>
            <a:pPr marL="0" indent="0">
              <a:buNone/>
            </a:pPr>
            <a:r>
              <a:rPr lang="tr-TR" b="1" dirty="0">
                <a:solidFill>
                  <a:srgbClr val="000000">
                    <a:alpha val="60000"/>
                  </a:srgbClr>
                </a:solidFill>
              </a:rPr>
              <a:t>Question</a:t>
            </a:r>
            <a:r>
              <a:rPr lang="tr-TR">
                <a:solidFill>
                  <a:srgbClr val="000000">
                    <a:alpha val="60000"/>
                  </a:srgbClr>
                </a:solidFill>
              </a:rPr>
              <a:t>:How trustable  is the recovery of 4 bit Normal Float </a:t>
            </a:r>
          </a:p>
          <a:p>
            <a:pPr marL="342900" indent="-342900"/>
            <a:r>
              <a:rPr lang="tr-TR">
                <a:solidFill>
                  <a:srgbClr val="000000">
                    <a:alpha val="60000"/>
                  </a:srgbClr>
                </a:solidFill>
              </a:rPr>
              <a:t>In the following figure it is  seen that QLoRA and Brain Float 16 bit Model achieve almost identical accuracies .So it can be concluded that Quantizing to and Dequantizing from 4 bit storage does not cause data loss or performance degradation</a:t>
            </a:r>
            <a:endParaRPr lang="tr-TR" dirty="0">
              <a:solidFill>
                <a:srgbClr val="000000">
                  <a:alpha val="60000"/>
                </a:srgbClr>
              </a:solidFill>
            </a:endParaRPr>
          </a:p>
          <a:p>
            <a:pPr marL="0" indent="0">
              <a:buNone/>
            </a:pPr>
            <a:endParaRPr lang="tr-TR" dirty="0">
              <a:solidFill>
                <a:srgbClr val="000000">
                  <a:alpha val="60000"/>
                </a:srgbClr>
              </a:solidFill>
            </a:endParaRPr>
          </a:p>
        </p:txBody>
      </p:sp>
      <p:pic>
        <p:nvPicPr>
          <p:cNvPr id="4" name="Resim 3" descr="metin, yazı tipi, ekran görüntüsü, sayı, numara içeren bir resim&#10;&#10;Yapay zeka tarafından oluşturulmuş içerik yanlış olabilir.">
            <a:extLst>
              <a:ext uri="{FF2B5EF4-FFF2-40B4-BE49-F238E27FC236}">
                <a16:creationId xmlns:a16="http://schemas.microsoft.com/office/drawing/2014/main" id="{369352A9-1003-B44C-04B9-47CB9DA1D1C8}"/>
              </a:ext>
            </a:extLst>
          </p:cNvPr>
          <p:cNvPicPr>
            <a:picLocks noChangeAspect="1"/>
          </p:cNvPicPr>
          <p:nvPr/>
        </p:nvPicPr>
        <p:blipFill>
          <a:blip r:embed="rId2"/>
          <a:stretch>
            <a:fillRect/>
          </a:stretch>
        </p:blipFill>
        <p:spPr>
          <a:xfrm>
            <a:off x="1595438" y="4264561"/>
            <a:ext cx="9336921" cy="2462131"/>
          </a:xfrm>
          <a:prstGeom prst="rect">
            <a:avLst/>
          </a:prstGeom>
        </p:spPr>
      </p:pic>
    </p:spTree>
    <p:extLst>
      <p:ext uri="{BB962C8B-B14F-4D97-AF65-F5344CB8AC3E}">
        <p14:creationId xmlns:p14="http://schemas.microsoft.com/office/powerpoint/2010/main" val="2376362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ppt_x</p:attrName>
                                        </p:attrNameLst>
                                      </p:cBhvr>
                                      <p:tavLst>
                                        <p:tav tm="0">
                                          <p:val>
                                            <p:strVal val="#ppt_x"/>
                                          </p:val>
                                        </p:tav>
                                        <p:tav tm="100000">
                                          <p:val>
                                            <p:strVal val="#ppt_x"/>
                                          </p:val>
                                        </p:tav>
                                      </p:tavLst>
                                    </p:anim>
                                    <p:anim calcmode="lin" valueType="num">
                                      <p:cBhvr additive="base">
                                        <p:cTn id="1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0BD4F84-EE34-9091-C4A5-87634BB3E2B3}"/>
              </a:ext>
            </a:extLst>
          </p:cNvPr>
          <p:cNvSpPr>
            <a:spLocks noGrp="1"/>
          </p:cNvSpPr>
          <p:nvPr>
            <p:ph type="title"/>
          </p:nvPr>
        </p:nvSpPr>
        <p:spPr>
          <a:xfrm>
            <a:off x="989400" y="221118"/>
            <a:ext cx="10213200" cy="622979"/>
          </a:xfrm>
        </p:spPr>
        <p:txBody>
          <a:bodyPr/>
          <a:lstStyle/>
          <a:p>
            <a:r>
              <a:rPr lang="tr-TR"/>
              <a:t>  Comparison of QLoRA and traditional finetuning methods</a:t>
            </a:r>
          </a:p>
        </p:txBody>
      </p:sp>
      <p:pic>
        <p:nvPicPr>
          <p:cNvPr id="4" name="İçerik Yer Tutucusu 3" descr="metin, ekran görüntüsü, yazı tipi, sayı, numara içeren bir resim&#10;&#10;Yapay zeka tarafından oluşturulmuş içerik yanlış olabilir.">
            <a:extLst>
              <a:ext uri="{FF2B5EF4-FFF2-40B4-BE49-F238E27FC236}">
                <a16:creationId xmlns:a16="http://schemas.microsoft.com/office/drawing/2014/main" id="{D5F5F019-5617-F594-4F17-3D194ABD6B03}"/>
              </a:ext>
            </a:extLst>
          </p:cNvPr>
          <p:cNvPicPr>
            <a:picLocks noGrp="1" noChangeAspect="1"/>
          </p:cNvPicPr>
          <p:nvPr>
            <p:ph idx="1"/>
          </p:nvPr>
        </p:nvPicPr>
        <p:blipFill>
          <a:blip r:embed="rId2"/>
          <a:stretch>
            <a:fillRect/>
          </a:stretch>
        </p:blipFill>
        <p:spPr>
          <a:xfrm>
            <a:off x="222892" y="2504118"/>
            <a:ext cx="11733669" cy="4041828"/>
          </a:xfrm>
          <a:prstGeom prst="rect">
            <a:avLst/>
          </a:prstGeom>
        </p:spPr>
      </p:pic>
    </p:spTree>
    <p:extLst>
      <p:ext uri="{BB962C8B-B14F-4D97-AF65-F5344CB8AC3E}">
        <p14:creationId xmlns:p14="http://schemas.microsoft.com/office/powerpoint/2010/main" val="663747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B858207-4740-7282-12DC-563B5FEB1AAF}"/>
              </a:ext>
            </a:extLst>
          </p:cNvPr>
          <p:cNvSpPr>
            <a:spLocks noGrp="1"/>
          </p:cNvSpPr>
          <p:nvPr>
            <p:ph type="title"/>
          </p:nvPr>
        </p:nvSpPr>
        <p:spPr>
          <a:xfrm>
            <a:off x="860248" y="31595"/>
            <a:ext cx="10213200" cy="564196"/>
          </a:xfrm>
        </p:spPr>
        <p:txBody>
          <a:bodyPr>
            <a:normAutofit fontScale="90000"/>
          </a:bodyPr>
          <a:lstStyle/>
          <a:p>
            <a:r>
              <a:rPr lang="tr-TR">
                <a:ea typeface="+mj-lt"/>
                <a:cs typeface="+mj-lt"/>
              </a:rPr>
              <a:t>                              Memory Footprint Breakdown</a:t>
            </a:r>
            <a:endParaRPr lang="tr-TR"/>
          </a:p>
        </p:txBody>
      </p:sp>
      <p:pic>
        <p:nvPicPr>
          <p:cNvPr id="5" name="İçerik Yer Tutucusu 4" descr="metin, ekran görüntüsü, yazı tipi, paralel içeren bir resim&#10;&#10;Yapay zeka tarafından oluşturulmuş içerik yanlış olabilir.">
            <a:extLst>
              <a:ext uri="{FF2B5EF4-FFF2-40B4-BE49-F238E27FC236}">
                <a16:creationId xmlns:a16="http://schemas.microsoft.com/office/drawing/2014/main" id="{5054192F-4083-47F2-6166-91893CC6B15D}"/>
              </a:ext>
            </a:extLst>
          </p:cNvPr>
          <p:cNvPicPr>
            <a:picLocks noGrp="1" noChangeAspect="1"/>
          </p:cNvPicPr>
          <p:nvPr>
            <p:ph idx="1"/>
          </p:nvPr>
        </p:nvPicPr>
        <p:blipFill>
          <a:blip r:embed="rId2"/>
          <a:stretch>
            <a:fillRect/>
          </a:stretch>
        </p:blipFill>
        <p:spPr>
          <a:xfrm>
            <a:off x="1164194" y="598508"/>
            <a:ext cx="9584087" cy="6264150"/>
          </a:xfrm>
          <a:prstGeom prst="rect">
            <a:avLst/>
          </a:prstGeom>
        </p:spPr>
      </p:pic>
    </p:spTree>
    <p:extLst>
      <p:ext uri="{BB962C8B-B14F-4D97-AF65-F5344CB8AC3E}">
        <p14:creationId xmlns:p14="http://schemas.microsoft.com/office/powerpoint/2010/main" val="3966173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3AD700B-0296-9A9B-A9C0-9CF95F37CAF2}"/>
              </a:ext>
            </a:extLst>
          </p:cNvPr>
          <p:cNvSpPr>
            <a:spLocks noGrp="1"/>
          </p:cNvSpPr>
          <p:nvPr>
            <p:ph type="title"/>
          </p:nvPr>
        </p:nvSpPr>
        <p:spPr>
          <a:xfrm>
            <a:off x="1405960" y="202249"/>
            <a:ext cx="6474320" cy="625156"/>
          </a:xfrm>
        </p:spPr>
        <p:txBody>
          <a:bodyPr/>
          <a:lstStyle/>
          <a:p>
            <a:r>
              <a:rPr lang="tr-TR" dirty="0"/>
              <a:t>                                 Final </a:t>
            </a:r>
            <a:r>
              <a:rPr lang="tr-TR" dirty="0" err="1"/>
              <a:t>Remarks</a:t>
            </a:r>
          </a:p>
        </p:txBody>
      </p:sp>
      <p:sp>
        <p:nvSpPr>
          <p:cNvPr id="3" name="İçerik Yer Tutucusu 2">
            <a:extLst>
              <a:ext uri="{FF2B5EF4-FFF2-40B4-BE49-F238E27FC236}">
                <a16:creationId xmlns:a16="http://schemas.microsoft.com/office/drawing/2014/main" id="{2E4949EB-6B1A-71DD-6A68-4BE7F29D71DE}"/>
              </a:ext>
            </a:extLst>
          </p:cNvPr>
          <p:cNvSpPr>
            <a:spLocks noGrp="1"/>
          </p:cNvSpPr>
          <p:nvPr>
            <p:ph idx="1"/>
          </p:nvPr>
        </p:nvSpPr>
        <p:spPr/>
        <p:txBody>
          <a:bodyPr/>
          <a:lstStyle/>
          <a:p>
            <a:endParaRPr lang="tr-TR"/>
          </a:p>
        </p:txBody>
      </p:sp>
    </p:spTree>
    <p:extLst>
      <p:ext uri="{BB962C8B-B14F-4D97-AF65-F5344CB8AC3E}">
        <p14:creationId xmlns:p14="http://schemas.microsoft.com/office/powerpoint/2010/main" val="3578056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16D47E0-EEFB-8372-E55C-E44485473070}"/>
              </a:ext>
            </a:extLst>
          </p:cNvPr>
          <p:cNvSpPr>
            <a:spLocks noGrp="1"/>
          </p:cNvSpPr>
          <p:nvPr>
            <p:ph type="title"/>
          </p:nvPr>
        </p:nvSpPr>
        <p:spPr>
          <a:xfrm>
            <a:off x="-3766931" y="2765472"/>
            <a:ext cx="13639297" cy="1112836"/>
          </a:xfrm>
        </p:spPr>
        <p:txBody>
          <a:bodyPr>
            <a:normAutofit/>
          </a:bodyPr>
          <a:lstStyle/>
          <a:p>
            <a:r>
              <a:rPr lang="tr-TR" sz="6600" dirty="0"/>
              <a:t>                      </a:t>
            </a:r>
            <a:r>
              <a:rPr lang="tr-TR" sz="6600" dirty="0" err="1"/>
              <a:t>Thank</a:t>
            </a:r>
            <a:r>
              <a:rPr lang="tr-TR" sz="6600" dirty="0"/>
              <a:t> </a:t>
            </a:r>
            <a:r>
              <a:rPr lang="tr-TR" sz="6600" dirty="0" err="1"/>
              <a:t>You</a:t>
            </a:r>
            <a:r>
              <a:rPr lang="tr-TR" sz="6600" dirty="0"/>
              <a:t> </a:t>
            </a:r>
            <a:r>
              <a:rPr lang="tr-TR" sz="6600" dirty="0" err="1"/>
              <a:t>Sincerely</a:t>
            </a:r>
          </a:p>
        </p:txBody>
      </p:sp>
    </p:spTree>
    <p:extLst>
      <p:ext uri="{BB962C8B-B14F-4D97-AF65-F5344CB8AC3E}">
        <p14:creationId xmlns:p14="http://schemas.microsoft.com/office/powerpoint/2010/main" val="109295652"/>
      </p:ext>
    </p:extLst>
  </p:cSld>
  <p:clrMapOvr>
    <a:masterClrMapping/>
  </p:clrMapOvr>
</p:sld>
</file>

<file path=ppt/theme/theme1.xml><?xml version="1.0" encoding="utf-8"?>
<a:theme xmlns:a="http://schemas.openxmlformats.org/drawingml/2006/main" name="FrostyVTI">
  <a:themeElements>
    <a:clrScheme name="Frosty">
      <a:dk1>
        <a:sysClr val="windowText" lastClr="000000"/>
      </a:dk1>
      <a:lt1>
        <a:sysClr val="window" lastClr="FFFFFF"/>
      </a:lt1>
      <a:dk2>
        <a:srgbClr val="0B2827"/>
      </a:dk2>
      <a:lt2>
        <a:srgbClr val="DAE3E3"/>
      </a:lt2>
      <a:accent1>
        <a:srgbClr val="767E37"/>
      </a:accent1>
      <a:accent2>
        <a:srgbClr val="B495C2"/>
      </a:accent2>
      <a:accent3>
        <a:srgbClr val="8FA3A3"/>
      </a:accent3>
      <a:accent4>
        <a:srgbClr val="CE7F01"/>
      </a:accent4>
      <a:accent5>
        <a:srgbClr val="D15A29"/>
      </a:accent5>
      <a:accent6>
        <a:srgbClr val="B88470"/>
      </a:accent6>
      <a:hlink>
        <a:srgbClr val="B57001"/>
      </a:hlink>
      <a:folHlink>
        <a:srgbClr val="99620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FDD3A7FD16CAC24AB14869E051BC66D7" ma:contentTypeVersion="3" ma:contentTypeDescription="Yeni belge oluşturun." ma:contentTypeScope="" ma:versionID="89cac7f1e1de45334f4a7af93b008dff">
  <xsd:schema xmlns:xsd="http://www.w3.org/2001/XMLSchema" xmlns:xs="http://www.w3.org/2001/XMLSchema" xmlns:p="http://schemas.microsoft.com/office/2006/metadata/properties" xmlns:ns2="6bfd5f63-3232-42a0-8db4-2484f8efdeaa" targetNamespace="http://schemas.microsoft.com/office/2006/metadata/properties" ma:root="true" ma:fieldsID="7ffae74ceffa62c4c775c89a27f27671" ns2:_="">
    <xsd:import namespace="6bfd5f63-3232-42a0-8db4-2484f8efdea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d5f63-3232-42a0-8db4-2484f8efde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90714F7-4127-4454-8890-4C7A2D3BF15A}"/>
</file>

<file path=customXml/itemProps2.xml><?xml version="1.0" encoding="utf-8"?>
<ds:datastoreItem xmlns:ds="http://schemas.openxmlformats.org/officeDocument/2006/customXml" ds:itemID="{436981D7-8919-4C20-BFD5-249D10662073}"/>
</file>

<file path=customXml/itemProps3.xml><?xml version="1.0" encoding="utf-8"?>
<ds:datastoreItem xmlns:ds="http://schemas.openxmlformats.org/officeDocument/2006/customXml" ds:itemID="{81240812-3442-4EBA-8A26-DC27FCF2DF99}"/>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21</Slides>
  <Notes>0</Notes>
  <HiddenSlides>0</HiddenSlides>
  <MMClips>0</MMClips>
  <ScaleCrop>false</ScaleCrop>
  <HeadingPairs>
    <vt:vector size="4" baseType="variant">
      <vt:variant>
        <vt:lpstr>Tema</vt:lpstr>
      </vt:variant>
      <vt:variant>
        <vt:i4>1</vt:i4>
      </vt:variant>
      <vt:variant>
        <vt:lpstr>Slayt Başlıkları</vt:lpstr>
      </vt:variant>
      <vt:variant>
        <vt:i4>21</vt:i4>
      </vt:variant>
    </vt:vector>
  </HeadingPairs>
  <TitlesOfParts>
    <vt:vector size="22" baseType="lpstr">
      <vt:lpstr>FrostyVTI</vt:lpstr>
      <vt:lpstr>QLoRA:Efficient Finetuning of Quantized LLMs</vt:lpstr>
      <vt:lpstr>                               Table Of Contents</vt:lpstr>
      <vt:lpstr>Problem:The Memory Bottleneck</vt:lpstr>
      <vt:lpstr>      Solution 1:  LoRA (Low-Rank Adapters)</vt:lpstr>
      <vt:lpstr>         Solution 2:  Quantization</vt:lpstr>
      <vt:lpstr>           Solution 3: QLoRA (The Best of Both Worlds)</vt:lpstr>
      <vt:lpstr>                             QLoRa's Innovations</vt:lpstr>
      <vt:lpstr>          The Problem with Standard Quantization</vt:lpstr>
      <vt:lpstr>                     The Challange : Quantile Quantization</vt:lpstr>
      <vt:lpstr>           Innovation: 4-bit NormalFloat Quantization (NF4)</vt:lpstr>
      <vt:lpstr>PowerPoint Sunusu</vt:lpstr>
      <vt:lpstr>                 Innovation 2:Double Quantization (DQ)</vt:lpstr>
      <vt:lpstr>                           The Innovation 3: Paged Optimizers</vt:lpstr>
      <vt:lpstr>                   Used Data Type:  Brain Float  (BF16)</vt:lpstr>
      <vt:lpstr>                        The Result: QLoRA</vt:lpstr>
      <vt:lpstr>          Ablation Study: Efficacy of 4-bit NormalFloat (NF4)</vt:lpstr>
      <vt:lpstr>        Recovering Full 16-bit Performance with 4-bit QLoRA</vt:lpstr>
      <vt:lpstr>  Comparison of QLoRA and traditional finetuning methods</vt:lpstr>
      <vt:lpstr>                              Memory Footprint Breakdown</vt:lpstr>
      <vt:lpstr>                                 Final Remarks</vt:lpstr>
      <vt:lpstr>                      Thank You Sincerely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1112</cp:revision>
  <dcterms:created xsi:type="dcterms:W3CDTF">2025-12-21T13:30:59Z</dcterms:created>
  <dcterms:modified xsi:type="dcterms:W3CDTF">2025-12-22T01:00:08Z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0x010100FDD3A7FD16CAC24AB14869E051BC66D7</vt:lpwstr>
  </property>
</Properties>
</file>